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8" r:id="rId4"/>
    <p:sldId id="265" r:id="rId5"/>
    <p:sldId id="262" r:id="rId6"/>
    <p:sldId id="257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3" d="100"/>
          <a:sy n="203" d="100"/>
        </p:scale>
        <p:origin x="59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M" userId="b370bc6cab4fc181" providerId="LiveId" clId="{D24CDD9E-F541-4DB9-8A1D-FE075DBD15DF}"/>
    <pc:docChg chg="undo custSel addSld delSld modSld sldOrd">
      <pc:chgData name="B M" userId="b370bc6cab4fc181" providerId="LiveId" clId="{D24CDD9E-F541-4DB9-8A1D-FE075DBD15DF}" dt="2026-10-03T17:56:26.282" v="3049" actId="47"/>
      <pc:docMkLst>
        <pc:docMk/>
      </pc:docMkLst>
      <pc:sldChg chg="addSp modSp mod">
        <pc:chgData name="B M" userId="b370bc6cab4fc181" providerId="LiveId" clId="{D24CDD9E-F541-4DB9-8A1D-FE075DBD15DF}" dt="2026-10-01T00:18:45.258" v="542" actId="20577"/>
        <pc:sldMkLst>
          <pc:docMk/>
          <pc:sldMk cId="0" sldId="256"/>
        </pc:sldMkLst>
        <pc:spChg chg="add mod">
          <ac:chgData name="B M" userId="b370bc6cab4fc181" providerId="LiveId" clId="{D24CDD9E-F541-4DB9-8A1D-FE075DBD15DF}" dt="2026-09-30T23:59:51.314" v="117" actId="20577"/>
          <ac:spMkLst>
            <pc:docMk/>
            <pc:sldMk cId="0" sldId="256"/>
            <ac:spMk id="2" creationId="{A3F6C6AB-3948-7DB8-87E5-15C6D6C67EF0}"/>
          </ac:spMkLst>
        </pc:spChg>
        <pc:spChg chg="mod">
          <ac:chgData name="B M" userId="b370bc6cab4fc181" providerId="LiveId" clId="{D24CDD9E-F541-4DB9-8A1D-FE075DBD15DF}" dt="2026-09-30T23:55:53.794" v="13" actId="27636"/>
          <ac:spMkLst>
            <pc:docMk/>
            <pc:sldMk cId="0" sldId="256"/>
            <ac:spMk id="297" creationId="{00000000-0000-0000-0000-000000000000}"/>
          </ac:spMkLst>
        </pc:spChg>
        <pc:spChg chg="mod">
          <ac:chgData name="B M" userId="b370bc6cab4fc181" providerId="LiveId" clId="{D24CDD9E-F541-4DB9-8A1D-FE075DBD15DF}" dt="2026-10-01T00:18:45.258" v="542" actId="20577"/>
          <ac:spMkLst>
            <pc:docMk/>
            <pc:sldMk cId="0" sldId="256"/>
            <ac:spMk id="298" creationId="{00000000-0000-0000-0000-000000000000}"/>
          </ac:spMkLst>
        </pc:spChg>
      </pc:sldChg>
      <pc:sldChg chg="addSp delSp modSp mod ord setBg">
        <pc:chgData name="B M" userId="b370bc6cab4fc181" providerId="LiveId" clId="{D24CDD9E-F541-4DB9-8A1D-FE075DBD15DF}" dt="2026-10-03T17:56:00.697" v="3046" actId="1076"/>
        <pc:sldMkLst>
          <pc:docMk/>
          <pc:sldMk cId="0" sldId="257"/>
        </pc:sldMkLst>
        <pc:spChg chg="add mod">
          <ac:chgData name="B M" userId="b370bc6cab4fc181" providerId="LiveId" clId="{D24CDD9E-F541-4DB9-8A1D-FE075DBD15DF}" dt="2026-10-03T17:51:05.751" v="2959"/>
          <ac:spMkLst>
            <pc:docMk/>
            <pc:sldMk cId="0" sldId="257"/>
            <ac:spMk id="2" creationId="{223868C8-192C-E5C6-5D4C-994FCF0C6A93}"/>
          </ac:spMkLst>
        </pc:spChg>
        <pc:spChg chg="add mod">
          <ac:chgData name="B M" userId="b370bc6cab4fc181" providerId="LiveId" clId="{D24CDD9E-F541-4DB9-8A1D-FE075DBD15DF}" dt="2026-10-03T17:51:10.467" v="2960"/>
          <ac:spMkLst>
            <pc:docMk/>
            <pc:sldMk cId="0" sldId="257"/>
            <ac:spMk id="3" creationId="{503CF47D-E529-77F4-69EF-454C17E4638B}"/>
          </ac:spMkLst>
        </pc:spChg>
        <pc:spChg chg="add mod">
          <ac:chgData name="B M" userId="b370bc6cab4fc181" providerId="LiveId" clId="{D24CDD9E-F541-4DB9-8A1D-FE075DBD15DF}" dt="2026-10-03T17:51:05.751" v="2959"/>
          <ac:spMkLst>
            <pc:docMk/>
            <pc:sldMk cId="0" sldId="257"/>
            <ac:spMk id="4" creationId="{E0EC7F98-D4D2-4425-3947-FCA1F3D93D58}"/>
          </ac:spMkLst>
        </pc:spChg>
        <pc:spChg chg="add 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5" creationId="{A90C5CB8-EEA4-6CF3-27D6-A9CDE2DE903C}"/>
          </ac:spMkLst>
        </pc:spChg>
        <pc:spChg chg="add 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6" creationId="{652AF2A9-B389-DE63-E3AB-264DBF8F8BC6}"/>
          </ac:spMkLst>
        </pc:spChg>
        <pc:spChg chg="add 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14" creationId="{2393ACF7-E85C-3790-7E5F-DD6602F0606A}"/>
          </ac:spMkLst>
        </pc:spChg>
        <pc:spChg chg="add 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24" creationId="{90642EFF-994E-968F-A5E1-1E7CB778D968}"/>
          </ac:spMkLst>
        </pc:spChg>
        <pc:spChg chg="add 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25" creationId="{D3F9E775-87A1-51C0-EA4D-736A36C67858}"/>
          </ac:spMkLst>
        </pc:spChg>
        <pc:spChg chg="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27" creationId="{32D55E69-A030-9502-8A6B-CAF7C9E30B5F}"/>
          </ac:spMkLst>
        </pc:spChg>
        <pc:spChg chg="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30" creationId="{CF8F7A4E-E8F9-FB34-A497-C5BDBB003695}"/>
          </ac:spMkLst>
        </pc:spChg>
        <pc:spChg chg="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296" creationId="{15CAE9F0-4586-6E18-7AA6-C3C6E5F4B809}"/>
          </ac:spMkLst>
        </pc:spChg>
        <pc:spChg chg="del">
          <ac:chgData name="B M" userId="b370bc6cab4fc181" providerId="LiveId" clId="{D24CDD9E-F541-4DB9-8A1D-FE075DBD15DF}" dt="2026-10-03T17:50:52.523" v="2953" actId="478"/>
          <ac:spMkLst>
            <pc:docMk/>
            <pc:sldMk cId="0" sldId="257"/>
            <ac:spMk id="299" creationId="{00000000-0000-0000-0000-000000000000}"/>
          </ac:spMkLst>
        </pc:spChg>
        <pc:spChg chg="del">
          <ac:chgData name="B M" userId="b370bc6cab4fc181" providerId="LiveId" clId="{D24CDD9E-F541-4DB9-8A1D-FE075DBD15DF}" dt="2026-10-03T17:50:53.045" v="2954" actId="478"/>
          <ac:spMkLst>
            <pc:docMk/>
            <pc:sldMk cId="0" sldId="257"/>
            <ac:spMk id="300" creationId="{00000000-0000-0000-0000-000000000000}"/>
          </ac:spMkLst>
        </pc:spChg>
        <pc:spChg chg="del">
          <ac:chgData name="B M" userId="b370bc6cab4fc181" providerId="LiveId" clId="{D24CDD9E-F541-4DB9-8A1D-FE075DBD15DF}" dt="2026-10-03T17:50:47.647" v="2949" actId="478"/>
          <ac:spMkLst>
            <pc:docMk/>
            <pc:sldMk cId="0" sldId="257"/>
            <ac:spMk id="301" creationId="{00000000-0000-0000-0000-000000000000}"/>
          </ac:spMkLst>
        </pc:spChg>
        <pc:spChg chg="del">
          <ac:chgData name="B M" userId="b370bc6cab4fc181" providerId="LiveId" clId="{D24CDD9E-F541-4DB9-8A1D-FE075DBD15DF}" dt="2026-10-03T17:50:44.235" v="2947" actId="478"/>
          <ac:spMkLst>
            <pc:docMk/>
            <pc:sldMk cId="0" sldId="257"/>
            <ac:spMk id="302" creationId="{00000000-0000-0000-0000-000000000000}"/>
          </ac:spMkLst>
        </pc:spChg>
        <pc:spChg chg="del">
          <ac:chgData name="B M" userId="b370bc6cab4fc181" providerId="LiveId" clId="{D24CDD9E-F541-4DB9-8A1D-FE075DBD15DF}" dt="2026-10-03T17:50:46.956" v="2948" actId="478"/>
          <ac:spMkLst>
            <pc:docMk/>
            <pc:sldMk cId="0" sldId="257"/>
            <ac:spMk id="303" creationId="{00000000-0000-0000-0000-000000000000}"/>
          </ac:spMkLst>
        </pc:spChg>
        <pc:spChg chg="del">
          <ac:chgData name="B M" userId="b370bc6cab4fc181" providerId="LiveId" clId="{D24CDD9E-F541-4DB9-8A1D-FE075DBD15DF}" dt="2026-10-03T17:50:57.419" v="2957" actId="478"/>
          <ac:spMkLst>
            <pc:docMk/>
            <pc:sldMk cId="0" sldId="257"/>
            <ac:spMk id="304" creationId="{00000000-0000-0000-0000-000000000000}"/>
          </ac:spMkLst>
        </pc:spChg>
        <pc:spChg chg="del">
          <ac:chgData name="B M" userId="b370bc6cab4fc181" providerId="LiveId" clId="{D24CDD9E-F541-4DB9-8A1D-FE075DBD15DF}" dt="2026-10-03T17:50:58.379" v="2958" actId="478"/>
          <ac:spMkLst>
            <pc:docMk/>
            <pc:sldMk cId="0" sldId="257"/>
            <ac:spMk id="305" creationId="{00000000-0000-0000-0000-000000000000}"/>
          </ac:spMkLst>
        </pc:spChg>
        <pc:spChg chg="del">
          <ac:chgData name="B M" userId="b370bc6cab4fc181" providerId="LiveId" clId="{D24CDD9E-F541-4DB9-8A1D-FE075DBD15DF}" dt="2026-10-03T17:50:54.453" v="2955" actId="478"/>
          <ac:spMkLst>
            <pc:docMk/>
            <pc:sldMk cId="0" sldId="257"/>
            <ac:spMk id="306" creationId="{00000000-0000-0000-0000-000000000000}"/>
          </ac:spMkLst>
        </pc:spChg>
        <pc:spChg chg="del">
          <ac:chgData name="B M" userId="b370bc6cab4fc181" providerId="LiveId" clId="{D24CDD9E-F541-4DB9-8A1D-FE075DBD15DF}" dt="2026-10-03T17:50:56.121" v="2956" actId="478"/>
          <ac:spMkLst>
            <pc:docMk/>
            <pc:sldMk cId="0" sldId="257"/>
            <ac:spMk id="307" creationId="{00000000-0000-0000-0000-000000000000}"/>
          </ac:spMkLst>
        </pc:spChg>
        <pc:spChg chg="del mod">
          <ac:chgData name="B M" userId="b370bc6cab4fc181" providerId="LiveId" clId="{D24CDD9E-F541-4DB9-8A1D-FE075DBD15DF}" dt="2026-10-03T17:50:49.529" v="2951" actId="478"/>
          <ac:spMkLst>
            <pc:docMk/>
            <pc:sldMk cId="0" sldId="257"/>
            <ac:spMk id="308" creationId="{00000000-0000-0000-0000-000000000000}"/>
          </ac:spMkLst>
        </pc:spChg>
        <pc:spChg chg="del">
          <ac:chgData name="B M" userId="b370bc6cab4fc181" providerId="LiveId" clId="{D24CDD9E-F541-4DB9-8A1D-FE075DBD15DF}" dt="2026-10-03T17:50:50.677" v="2952" actId="478"/>
          <ac:spMkLst>
            <pc:docMk/>
            <pc:sldMk cId="0" sldId="257"/>
            <ac:spMk id="309" creationId="{00000000-0000-0000-0000-000000000000}"/>
          </ac:spMkLst>
        </pc:spChg>
        <pc:spChg chg="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311" creationId="{9C35B350-C82E-37B6-B31C-3078AFB37F57}"/>
          </ac:spMkLst>
        </pc:spChg>
        <pc:spChg chg="mod">
          <ac:chgData name="B M" userId="b370bc6cab4fc181" providerId="LiveId" clId="{D24CDD9E-F541-4DB9-8A1D-FE075DBD15DF}" dt="2026-10-03T17:51:18.378" v="2961"/>
          <ac:spMkLst>
            <pc:docMk/>
            <pc:sldMk cId="0" sldId="257"/>
            <ac:spMk id="318" creationId="{09E6F4DE-39B8-CFAF-CC4B-0BE36D60B92F}"/>
          </ac:spMkLst>
        </pc:spChg>
        <pc:spChg chg="add mod">
          <ac:chgData name="B M" userId="b370bc6cab4fc181" providerId="LiveId" clId="{D24CDD9E-F541-4DB9-8A1D-FE075DBD15DF}" dt="2026-10-03T17:51:28.732" v="2962"/>
          <ac:spMkLst>
            <pc:docMk/>
            <pc:sldMk cId="0" sldId="257"/>
            <ac:spMk id="323" creationId="{B2A36D62-2AAB-E65C-FE07-D48585B0E50C}"/>
          </ac:spMkLst>
        </pc:spChg>
        <pc:spChg chg="add mod">
          <ac:chgData name="B M" userId="b370bc6cab4fc181" providerId="LiveId" clId="{D24CDD9E-F541-4DB9-8A1D-FE075DBD15DF}" dt="2026-10-03T17:51:28.732" v="2962"/>
          <ac:spMkLst>
            <pc:docMk/>
            <pc:sldMk cId="0" sldId="257"/>
            <ac:spMk id="324" creationId="{3A4B08F6-44C6-F079-4F55-F96A6276B928}"/>
          </ac:spMkLst>
        </pc:spChg>
        <pc:spChg chg="add mod">
          <ac:chgData name="B M" userId="b370bc6cab4fc181" providerId="LiveId" clId="{D24CDD9E-F541-4DB9-8A1D-FE075DBD15DF}" dt="2026-10-03T17:54:59.771" v="3037" actId="1076"/>
          <ac:spMkLst>
            <pc:docMk/>
            <pc:sldMk cId="0" sldId="257"/>
            <ac:spMk id="326" creationId="{8AE96298-3531-F0B9-2ED3-400E3A0A027F}"/>
          </ac:spMkLst>
        </pc:spChg>
        <pc:spChg chg="add mod">
          <ac:chgData name="B M" userId="b370bc6cab4fc181" providerId="LiveId" clId="{D24CDD9E-F541-4DB9-8A1D-FE075DBD15DF}" dt="2026-10-03T17:55:11.216" v="3038" actId="408"/>
          <ac:spMkLst>
            <pc:docMk/>
            <pc:sldMk cId="0" sldId="257"/>
            <ac:spMk id="327" creationId="{5809F853-6CA0-1341-E127-F23348181AD3}"/>
          </ac:spMkLst>
        </pc:spChg>
        <pc:spChg chg="add mod">
          <ac:chgData name="B M" userId="b370bc6cab4fc181" providerId="LiveId" clId="{D24CDD9E-F541-4DB9-8A1D-FE075DBD15DF}" dt="2026-10-03T17:54:51.915" v="3036" actId="1076"/>
          <ac:spMkLst>
            <pc:docMk/>
            <pc:sldMk cId="0" sldId="257"/>
            <ac:spMk id="328" creationId="{8BE2B142-1831-63AA-E70C-E7912E23AAF7}"/>
          </ac:spMkLst>
        </pc:spChg>
        <pc:spChg chg="add mod">
          <ac:chgData name="B M" userId="b370bc6cab4fc181" providerId="LiveId" clId="{D24CDD9E-F541-4DB9-8A1D-FE075DBD15DF}" dt="2026-10-03T17:56:00.697" v="3046" actId="1076"/>
          <ac:spMkLst>
            <pc:docMk/>
            <pc:sldMk cId="0" sldId="257"/>
            <ac:spMk id="329" creationId="{73027CED-8975-EBF8-E63A-F6F47FA8021D}"/>
          </ac:spMkLst>
        </pc:spChg>
        <pc:spChg chg="add mod">
          <ac:chgData name="B M" userId="b370bc6cab4fc181" providerId="LiveId" clId="{D24CDD9E-F541-4DB9-8A1D-FE075DBD15DF}" dt="2026-10-03T17:55:54.090" v="3045" actId="1076"/>
          <ac:spMkLst>
            <pc:docMk/>
            <pc:sldMk cId="0" sldId="257"/>
            <ac:spMk id="330" creationId="{C5CAA373-6133-824F-6202-134F80027C31}"/>
          </ac:spMkLst>
        </pc:spChg>
        <pc:cxnChg chg="add mod">
          <ac:chgData name="B M" userId="b370bc6cab4fc181" providerId="LiveId" clId="{D24CDD9E-F541-4DB9-8A1D-FE075DBD15DF}" dt="2026-10-03T17:51:28.732" v="2962"/>
          <ac:cxnSpMkLst>
            <pc:docMk/>
            <pc:sldMk cId="0" sldId="257"/>
            <ac:cxnSpMk id="325" creationId="{25453BAE-475D-AC87-2207-092425700CF8}"/>
          </ac:cxnSpMkLst>
        </pc:cxnChg>
      </pc:sldChg>
      <pc:sldChg chg="addSp delSp modSp mod setBg">
        <pc:chgData name="B M" userId="b370bc6cab4fc181" providerId="LiveId" clId="{D24CDD9E-F541-4DB9-8A1D-FE075DBD15DF}" dt="2026-10-03T14:41:36.300" v="1435" actId="14100"/>
        <pc:sldMkLst>
          <pc:docMk/>
          <pc:sldMk cId="0" sldId="258"/>
        </pc:sldMkLst>
        <pc:spChg chg="add del mod">
          <ac:chgData name="B M" userId="b370bc6cab4fc181" providerId="LiveId" clId="{D24CDD9E-F541-4DB9-8A1D-FE075DBD15DF}" dt="2026-10-03T14:39:43.615" v="1429" actId="478"/>
          <ac:spMkLst>
            <pc:docMk/>
            <pc:sldMk cId="0" sldId="258"/>
            <ac:spMk id="2" creationId="{A1F4CB5C-B1A1-D6A2-D124-4A0000F9E9BC}"/>
          </ac:spMkLst>
        </pc:spChg>
        <pc:spChg chg="add mod">
          <ac:chgData name="B M" userId="b370bc6cab4fc181" providerId="LiveId" clId="{D24CDD9E-F541-4DB9-8A1D-FE075DBD15DF}" dt="2026-10-03T14:39:56.923" v="1431"/>
          <ac:spMkLst>
            <pc:docMk/>
            <pc:sldMk cId="0" sldId="258"/>
            <ac:spMk id="3" creationId="{1771CA99-01E7-0A15-63D7-BCADA661E22E}"/>
          </ac:spMkLst>
        </pc:spChg>
        <pc:spChg chg="add mod">
          <ac:chgData name="B M" userId="b370bc6cab4fc181" providerId="LiveId" clId="{D24CDD9E-F541-4DB9-8A1D-FE075DBD15DF}" dt="2026-10-03T00:35:41.968" v="1360" actId="14100"/>
          <ac:spMkLst>
            <pc:docMk/>
            <pc:sldMk cId="0" sldId="258"/>
            <ac:spMk id="7" creationId="{65AA697A-0E96-9158-B8CB-B7206B570815}"/>
          </ac:spMkLst>
        </pc:spChg>
        <pc:spChg chg="add mod">
          <ac:chgData name="B M" userId="b370bc6cab4fc181" providerId="LiveId" clId="{D24CDD9E-F541-4DB9-8A1D-FE075DBD15DF}" dt="2026-10-03T00:36:45.795" v="1374" actId="20577"/>
          <ac:spMkLst>
            <pc:docMk/>
            <pc:sldMk cId="0" sldId="258"/>
            <ac:spMk id="14" creationId="{A232E334-B639-8CB4-773E-24FE8FCB77B8}"/>
          </ac:spMkLst>
        </pc:spChg>
        <pc:spChg chg="del">
          <ac:chgData name="B M" userId="b370bc6cab4fc181" providerId="LiveId" clId="{D24CDD9E-F541-4DB9-8A1D-FE075DBD15DF}" dt="2026-10-03T00:08:52.159" v="677" actId="478"/>
          <ac:spMkLst>
            <pc:docMk/>
            <pc:sldMk cId="0" sldId="258"/>
            <ac:spMk id="310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11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12" creationId="{00000000-0000-0000-0000-000000000000}"/>
          </ac:spMkLst>
        </pc:spChg>
        <pc:spChg chg="del">
          <ac:chgData name="B M" userId="b370bc6cab4fc181" providerId="LiveId" clId="{D24CDD9E-F541-4DB9-8A1D-FE075DBD15DF}" dt="2026-10-03T00:08:50.395" v="676" actId="478"/>
          <ac:spMkLst>
            <pc:docMk/>
            <pc:sldMk cId="0" sldId="258"/>
            <ac:spMk id="313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14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15" creationId="{00000000-0000-0000-0000-000000000000}"/>
          </ac:spMkLst>
        </pc:spChg>
        <pc:spChg chg="del">
          <ac:chgData name="B M" userId="b370bc6cab4fc181" providerId="LiveId" clId="{D24CDD9E-F541-4DB9-8A1D-FE075DBD15DF}" dt="2026-10-03T00:08:48.675" v="675" actId="478"/>
          <ac:spMkLst>
            <pc:docMk/>
            <pc:sldMk cId="0" sldId="258"/>
            <ac:spMk id="316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17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18" creationId="{00000000-0000-0000-0000-000000000000}"/>
          </ac:spMkLst>
        </pc:spChg>
        <pc:spChg chg="del mod">
          <ac:chgData name="B M" userId="b370bc6cab4fc181" providerId="LiveId" clId="{D24CDD9E-F541-4DB9-8A1D-FE075DBD15DF}" dt="2026-10-03T00:08:46.596" v="674" actId="478"/>
          <ac:spMkLst>
            <pc:docMk/>
            <pc:sldMk cId="0" sldId="258"/>
            <ac:spMk id="319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20" creationId="{00000000-0000-0000-0000-000000000000}"/>
          </ac:spMkLst>
        </pc:spChg>
        <pc:spChg chg="del">
          <ac:chgData name="B M" userId="b370bc6cab4fc181" providerId="LiveId" clId="{D24CDD9E-F541-4DB9-8A1D-FE075DBD15DF}" dt="2026-10-03T00:08:42.050" v="672" actId="478"/>
          <ac:spMkLst>
            <pc:docMk/>
            <pc:sldMk cId="0" sldId="258"/>
            <ac:spMk id="321" creationId="{00000000-0000-0000-0000-000000000000}"/>
          </ac:spMkLst>
        </pc:spChg>
        <pc:picChg chg="add mod">
          <ac:chgData name="B M" userId="b370bc6cab4fc181" providerId="LiveId" clId="{D24CDD9E-F541-4DB9-8A1D-FE075DBD15DF}" dt="2026-10-03T00:12:22.823" v="707" actId="14100"/>
          <ac:picMkLst>
            <pc:docMk/>
            <pc:sldMk cId="0" sldId="258"/>
            <ac:picMk id="4" creationId="{F0DF9C7C-9D7C-156A-AADE-17F3A0F33F69}"/>
          </ac:picMkLst>
        </pc:picChg>
        <pc:picChg chg="add mod">
          <ac:chgData name="B M" userId="b370bc6cab4fc181" providerId="LiveId" clId="{D24CDD9E-F541-4DB9-8A1D-FE075DBD15DF}" dt="2026-10-03T00:14:22.194" v="720" actId="14100"/>
          <ac:picMkLst>
            <pc:docMk/>
            <pc:sldMk cId="0" sldId="258"/>
            <ac:picMk id="6" creationId="{48D630C8-EC9B-903D-64B1-4CB0B0D83E58}"/>
          </ac:picMkLst>
        </pc:picChg>
        <pc:cxnChg chg="add mod">
          <ac:chgData name="B M" userId="b370bc6cab4fc181" providerId="LiveId" clId="{D24CDD9E-F541-4DB9-8A1D-FE075DBD15DF}" dt="2026-10-03T14:41:36.300" v="1435" actId="14100"/>
          <ac:cxnSpMkLst>
            <pc:docMk/>
            <pc:sldMk cId="0" sldId="258"/>
            <ac:cxnSpMk id="5" creationId="{DAA66B39-9927-58E4-FA7C-AD38DF6F505C}"/>
          </ac:cxnSpMkLst>
        </pc:cxnChg>
        <pc:cxnChg chg="add del">
          <ac:chgData name="B M" userId="b370bc6cab4fc181" providerId="LiveId" clId="{D24CDD9E-F541-4DB9-8A1D-FE075DBD15DF}" dt="2026-10-03T00:18:09.445" v="806" actId="11529"/>
          <ac:cxnSpMkLst>
            <pc:docMk/>
            <pc:sldMk cId="0" sldId="258"/>
            <ac:cxnSpMk id="9" creationId="{0F737581-4C89-8FB8-4BC6-2467FB93BDCF}"/>
          </ac:cxnSpMkLst>
        </pc:cxnChg>
        <pc:cxnChg chg="add mod">
          <ac:chgData name="B M" userId="b370bc6cab4fc181" providerId="LiveId" clId="{D24CDD9E-F541-4DB9-8A1D-FE075DBD15DF}" dt="2026-10-03T00:35:41.968" v="1360" actId="14100"/>
          <ac:cxnSpMkLst>
            <pc:docMk/>
            <pc:sldMk cId="0" sldId="258"/>
            <ac:cxnSpMk id="11" creationId="{C935B27F-4701-1836-66A1-C5872791151B}"/>
          </ac:cxnSpMkLst>
        </pc:cxnChg>
      </pc:sldChg>
      <pc:sldChg chg="del">
        <pc:chgData name="B M" userId="b370bc6cab4fc181" providerId="LiveId" clId="{D24CDD9E-F541-4DB9-8A1D-FE075DBD15DF}" dt="2026-10-03T17:56:24.353" v="3047" actId="47"/>
        <pc:sldMkLst>
          <pc:docMk/>
          <pc:sldMk cId="0" sldId="259"/>
        </pc:sldMkLst>
      </pc:sldChg>
      <pc:sldChg chg="addSp delSp modSp mod ord">
        <pc:chgData name="B M" userId="b370bc6cab4fc181" providerId="LiveId" clId="{D24CDD9E-F541-4DB9-8A1D-FE075DBD15DF}" dt="2026-10-03T14:41:25.799" v="1434" actId="14100"/>
        <pc:sldMkLst>
          <pc:docMk/>
          <pc:sldMk cId="0" sldId="260"/>
        </pc:sldMkLst>
        <pc:spChg chg="add mod">
          <ac:chgData name="B M" userId="b370bc6cab4fc181" providerId="LiveId" clId="{D24CDD9E-F541-4DB9-8A1D-FE075DBD15DF}" dt="2026-10-01T00:37:51.991" v="651" actId="12788"/>
          <ac:spMkLst>
            <pc:docMk/>
            <pc:sldMk cId="0" sldId="260"/>
            <ac:spMk id="2" creationId="{68A47006-B687-5872-C669-3A19B808FFA1}"/>
          </ac:spMkLst>
        </pc:spChg>
        <pc:spChg chg="add mod ord">
          <ac:chgData name="B M" userId="b370bc6cab4fc181" providerId="LiveId" clId="{D24CDD9E-F541-4DB9-8A1D-FE075DBD15DF}" dt="2026-10-01T00:26:55.569" v="605" actId="1076"/>
          <ac:spMkLst>
            <pc:docMk/>
            <pc:sldMk cId="0" sldId="260"/>
            <ac:spMk id="4" creationId="{363E16C9-4CC4-6B15-2641-D8F0BFAD4702}"/>
          </ac:spMkLst>
        </pc:spChg>
        <pc:spChg chg="add mod ord">
          <ac:chgData name="B M" userId="b370bc6cab4fc181" providerId="LiveId" clId="{D24CDD9E-F541-4DB9-8A1D-FE075DBD15DF}" dt="2026-10-01T00:27:16.905" v="610" actId="1076"/>
          <ac:spMkLst>
            <pc:docMk/>
            <pc:sldMk cId="0" sldId="260"/>
            <ac:spMk id="5" creationId="{6A519853-7C1A-2F26-72B9-D5F5A38A0FBB}"/>
          </ac:spMkLst>
        </pc:spChg>
        <pc:spChg chg="add mod ord">
          <ac:chgData name="B M" userId="b370bc6cab4fc181" providerId="LiveId" clId="{D24CDD9E-F541-4DB9-8A1D-FE075DBD15DF}" dt="2026-10-01T00:28:17.702" v="620" actId="12788"/>
          <ac:spMkLst>
            <pc:docMk/>
            <pc:sldMk cId="0" sldId="260"/>
            <ac:spMk id="7" creationId="{61216A02-2699-C9C0-BD31-57F5E24911FC}"/>
          </ac:spMkLst>
        </pc:spChg>
        <pc:spChg chg="add mod ord">
          <ac:chgData name="B M" userId="b370bc6cab4fc181" providerId="LiveId" clId="{D24CDD9E-F541-4DB9-8A1D-FE075DBD15DF}" dt="2026-10-01T00:28:22.564" v="621" actId="12788"/>
          <ac:spMkLst>
            <pc:docMk/>
            <pc:sldMk cId="0" sldId="260"/>
            <ac:spMk id="8" creationId="{B630EE20-D489-8A2F-3B43-46451C3A852E}"/>
          </ac:spMkLst>
        </pc:spChg>
        <pc:spChg chg="add mod ord">
          <ac:chgData name="B M" userId="b370bc6cab4fc181" providerId="LiveId" clId="{D24CDD9E-F541-4DB9-8A1D-FE075DBD15DF}" dt="2026-10-01T00:28:47.655" v="627" actId="1076"/>
          <ac:spMkLst>
            <pc:docMk/>
            <pc:sldMk cId="0" sldId="260"/>
            <ac:spMk id="12" creationId="{D30ECEBF-8933-7AA2-D777-56A950D54E11}"/>
          </ac:spMkLst>
        </pc:spChg>
        <pc:spChg chg="add mod ord">
          <ac:chgData name="B M" userId="b370bc6cab4fc181" providerId="LiveId" clId="{D24CDD9E-F541-4DB9-8A1D-FE075DBD15DF}" dt="2026-10-01T00:29:06.145" v="633" actId="1076"/>
          <ac:spMkLst>
            <pc:docMk/>
            <pc:sldMk cId="0" sldId="260"/>
            <ac:spMk id="13" creationId="{3E15D751-CFF5-DCA9-35B6-D724E75E7F8E}"/>
          </ac:spMkLst>
        </pc:spChg>
        <pc:spChg chg="add mod">
          <ac:chgData name="B M" userId="b370bc6cab4fc181" providerId="LiveId" clId="{D24CDD9E-F541-4DB9-8A1D-FE075DBD15DF}" dt="2026-10-01T00:24:02.258" v="579" actId="408"/>
          <ac:spMkLst>
            <pc:docMk/>
            <pc:sldMk cId="0" sldId="260"/>
            <ac:spMk id="15" creationId="{66E2312B-AB95-8C2A-1C88-DABC432ECD93}"/>
          </ac:spMkLst>
        </pc:spChg>
        <pc:spChg chg="add mod">
          <ac:chgData name="B M" userId="b370bc6cab4fc181" providerId="LiveId" clId="{D24CDD9E-F541-4DB9-8A1D-FE075DBD15DF}" dt="2026-10-01T00:28:22.564" v="621" actId="12788"/>
          <ac:spMkLst>
            <pc:docMk/>
            <pc:sldMk cId="0" sldId="260"/>
            <ac:spMk id="16" creationId="{4DCE85A2-9278-0D5F-EBFA-2B4BF7E420C4}"/>
          </ac:spMkLst>
        </pc:spChg>
        <pc:spChg chg="add mod">
          <ac:chgData name="B M" userId="b370bc6cab4fc181" providerId="LiveId" clId="{D24CDD9E-F541-4DB9-8A1D-FE075DBD15DF}" dt="2026-10-01T00:23:54.855" v="578" actId="1076"/>
          <ac:spMkLst>
            <pc:docMk/>
            <pc:sldMk cId="0" sldId="260"/>
            <ac:spMk id="17" creationId="{146F148F-9492-79BA-12B5-7B61BD39D47F}"/>
          </ac:spMkLst>
        </pc:spChg>
        <pc:spChg chg="add del mod">
          <ac:chgData name="B M" userId="b370bc6cab4fc181" providerId="LiveId" clId="{D24CDD9E-F541-4DB9-8A1D-FE075DBD15DF}" dt="2026-10-01T00:23:46.661" v="575" actId="1076"/>
          <ac:spMkLst>
            <pc:docMk/>
            <pc:sldMk cId="0" sldId="260"/>
            <ac:spMk id="327" creationId="{00000000-0000-0000-0000-000000000000}"/>
          </ac:spMkLst>
        </pc:spChg>
        <pc:spChg chg="mod">
          <ac:chgData name="B M" userId="b370bc6cab4fc181" providerId="LiveId" clId="{D24CDD9E-F541-4DB9-8A1D-FE075DBD15DF}" dt="2026-10-03T14:38:23.648" v="1425" actId="14100"/>
          <ac:spMkLst>
            <pc:docMk/>
            <pc:sldMk cId="0" sldId="260"/>
            <ac:spMk id="330" creationId="{00000000-0000-0000-0000-000000000000}"/>
          </ac:spMkLst>
        </pc:spChg>
        <pc:spChg chg="mod">
          <ac:chgData name="B M" userId="b370bc6cab4fc181" providerId="LiveId" clId="{D24CDD9E-F541-4DB9-8A1D-FE075DBD15DF}" dt="2026-10-01T00:01:39.116" v="124" actId="20577"/>
          <ac:spMkLst>
            <pc:docMk/>
            <pc:sldMk cId="0" sldId="260"/>
            <ac:spMk id="331" creationId="{00000000-0000-0000-0000-000000000000}"/>
          </ac:spMkLst>
        </pc:spChg>
        <pc:spChg chg="add del mod">
          <ac:chgData name="B M" userId="b370bc6cab4fc181" providerId="LiveId" clId="{D24CDD9E-F541-4DB9-8A1D-FE075DBD15DF}" dt="2026-10-01T00:26:04.250" v="595" actId="1076"/>
          <ac:spMkLst>
            <pc:docMk/>
            <pc:sldMk cId="0" sldId="260"/>
            <ac:spMk id="332" creationId="{00000000-0000-0000-0000-000000000000}"/>
          </ac:spMkLst>
        </pc:spChg>
        <pc:spChg chg="add del mod">
          <ac:chgData name="B M" userId="b370bc6cab4fc181" providerId="LiveId" clId="{D24CDD9E-F541-4DB9-8A1D-FE075DBD15DF}" dt="2026-10-01T00:26:06.731" v="596" actId="1076"/>
          <ac:spMkLst>
            <pc:docMk/>
            <pc:sldMk cId="0" sldId="260"/>
            <ac:spMk id="333" creationId="{00000000-0000-0000-0000-000000000000}"/>
          </ac:spMkLst>
        </pc:spChg>
        <pc:picChg chg="add mod">
          <ac:chgData name="B M" userId="b370bc6cab4fc181" providerId="LiveId" clId="{D24CDD9E-F541-4DB9-8A1D-FE075DBD15DF}" dt="2026-10-01T00:47:03.842" v="671" actId="12788"/>
          <ac:picMkLst>
            <pc:docMk/>
            <pc:sldMk cId="0" sldId="260"/>
            <ac:picMk id="23" creationId="{17C02F0F-42E0-5034-3984-123DEE09D382}"/>
          </ac:picMkLst>
        </pc:picChg>
        <pc:cxnChg chg="add mod">
          <ac:chgData name="B M" userId="b370bc6cab4fc181" providerId="LiveId" clId="{D24CDD9E-F541-4DB9-8A1D-FE075DBD15DF}" dt="2026-10-03T14:41:25.799" v="1434" actId="14100"/>
          <ac:cxnSpMkLst>
            <pc:docMk/>
            <pc:sldMk cId="0" sldId="260"/>
            <ac:cxnSpMk id="3" creationId="{5C3B6A48-D444-86D4-C2B5-D804447271BF}"/>
          </ac:cxnSpMkLst>
        </pc:cxnChg>
      </pc:sldChg>
      <pc:sldChg chg="modSp del mod">
        <pc:chgData name="B M" userId="b370bc6cab4fc181" providerId="LiveId" clId="{D24CDD9E-F541-4DB9-8A1D-FE075DBD15DF}" dt="2026-10-03T17:56:25.307" v="3048" actId="47"/>
        <pc:sldMkLst>
          <pc:docMk/>
          <pc:sldMk cId="0" sldId="261"/>
        </pc:sldMkLst>
        <pc:spChg chg="mod">
          <ac:chgData name="B M" userId="b370bc6cab4fc181" providerId="LiveId" clId="{D24CDD9E-F541-4DB9-8A1D-FE075DBD15DF}" dt="2026-10-03T00:08:59.238" v="681" actId="27636"/>
          <ac:spMkLst>
            <pc:docMk/>
            <pc:sldMk cId="0" sldId="261"/>
            <ac:spMk id="342" creationId="{00000000-0000-0000-0000-000000000000}"/>
          </ac:spMkLst>
        </pc:spChg>
      </pc:sldChg>
      <pc:sldChg chg="addSp delSp modSp mod ord">
        <pc:chgData name="B M" userId="b370bc6cab4fc181" providerId="LiveId" clId="{D24CDD9E-F541-4DB9-8A1D-FE075DBD15DF}" dt="2026-10-03T17:46:09.260" v="2864" actId="115"/>
        <pc:sldMkLst>
          <pc:docMk/>
          <pc:sldMk cId="0" sldId="262"/>
        </pc:sldMkLst>
        <pc:spChg chg="add mod">
          <ac:chgData name="B M" userId="b370bc6cab4fc181" providerId="LiveId" clId="{D24CDD9E-F541-4DB9-8A1D-FE075DBD15DF}" dt="2026-10-03T17:42:49.196" v="2834" actId="1076"/>
          <ac:spMkLst>
            <pc:docMk/>
            <pc:sldMk cId="0" sldId="262"/>
            <ac:spMk id="2" creationId="{13518E0A-B58F-FF9A-11A1-757E69D5F621}"/>
          </ac:spMkLst>
        </pc:spChg>
        <pc:spChg chg="add mod">
          <ac:chgData name="B M" userId="b370bc6cab4fc181" providerId="LiveId" clId="{D24CDD9E-F541-4DB9-8A1D-FE075DBD15DF}" dt="2026-10-03T17:42:35.532" v="2830" actId="12788"/>
          <ac:spMkLst>
            <pc:docMk/>
            <pc:sldMk cId="0" sldId="262"/>
            <ac:spMk id="5" creationId="{9326CA4E-C1EE-1F2D-8254-AEB8659AAE4B}"/>
          </ac:spMkLst>
        </pc:spChg>
        <pc:spChg chg="add mod">
          <ac:chgData name="B M" userId="b370bc6cab4fc181" providerId="LiveId" clId="{D24CDD9E-F541-4DB9-8A1D-FE075DBD15DF}" dt="2026-10-03T17:42:31.477" v="2829" actId="12788"/>
          <ac:spMkLst>
            <pc:docMk/>
            <pc:sldMk cId="0" sldId="262"/>
            <ac:spMk id="6" creationId="{9E5D2B14-D707-2335-DC69-2EE1D1947EA8}"/>
          </ac:spMkLst>
        </pc:spChg>
        <pc:spChg chg="add mod">
          <ac:chgData name="B M" userId="b370bc6cab4fc181" providerId="LiveId" clId="{D24CDD9E-F541-4DB9-8A1D-FE075DBD15DF}" dt="2026-10-03T17:42:53.141" v="2835" actId="12788"/>
          <ac:spMkLst>
            <pc:docMk/>
            <pc:sldMk cId="0" sldId="262"/>
            <ac:spMk id="7" creationId="{45D0206D-7E4C-69C3-ACFA-A603C1D9F29E}"/>
          </ac:spMkLst>
        </pc:spChg>
        <pc:spChg chg="add mod">
          <ac:chgData name="B M" userId="b370bc6cab4fc181" providerId="LiveId" clId="{D24CDD9E-F541-4DB9-8A1D-FE075DBD15DF}" dt="2026-10-03T17:43:13.121" v="2839" actId="12788"/>
          <ac:spMkLst>
            <pc:docMk/>
            <pc:sldMk cId="0" sldId="262"/>
            <ac:spMk id="8" creationId="{E4B0321A-B569-EA49-C7A4-CEB2A9D3A303}"/>
          </ac:spMkLst>
        </pc:spChg>
        <pc:spChg chg="add del mod">
          <ac:chgData name="B M" userId="b370bc6cab4fc181" providerId="LiveId" clId="{D24CDD9E-F541-4DB9-8A1D-FE075DBD15DF}" dt="2026-10-03T17:44:41.080" v="2845" actId="478"/>
          <ac:spMkLst>
            <pc:docMk/>
            <pc:sldMk cId="0" sldId="262"/>
            <ac:spMk id="9" creationId="{C7429B9F-A7BD-D0F2-047C-9EE74FEC168D}"/>
          </ac:spMkLst>
        </pc:spChg>
        <pc:spChg chg="add del mod">
          <ac:chgData name="B M" userId="b370bc6cab4fc181" providerId="LiveId" clId="{D24CDD9E-F541-4DB9-8A1D-FE075DBD15DF}" dt="2026-10-03T17:44:42.313" v="2846" actId="478"/>
          <ac:spMkLst>
            <pc:docMk/>
            <pc:sldMk cId="0" sldId="262"/>
            <ac:spMk id="10" creationId="{34B229C7-B3A5-390D-ABBB-E2DE8DC26C5C}"/>
          </ac:spMkLst>
        </pc:spChg>
        <pc:spChg chg="add mod">
          <ac:chgData name="B M" userId="b370bc6cab4fc181" providerId="LiveId" clId="{D24CDD9E-F541-4DB9-8A1D-FE075DBD15DF}" dt="2026-10-03T17:42:39.803" v="2831" actId="12788"/>
          <ac:spMkLst>
            <pc:docMk/>
            <pc:sldMk cId="0" sldId="262"/>
            <ac:spMk id="11" creationId="{A5E4E7E9-26A7-464C-8101-22404703E361}"/>
          </ac:spMkLst>
        </pc:spChg>
        <pc:spChg chg="add mod">
          <ac:chgData name="B M" userId="b370bc6cab4fc181" providerId="LiveId" clId="{D24CDD9E-F541-4DB9-8A1D-FE075DBD15DF}" dt="2026-10-03T17:42:43.469" v="2832" actId="12788"/>
          <ac:spMkLst>
            <pc:docMk/>
            <pc:sldMk cId="0" sldId="262"/>
            <ac:spMk id="12" creationId="{709448CE-0585-33E9-9A86-B38FE85B2483}"/>
          </ac:spMkLst>
        </pc:spChg>
        <pc:spChg chg="add mod">
          <ac:chgData name="B M" userId="b370bc6cab4fc181" providerId="LiveId" clId="{D24CDD9E-F541-4DB9-8A1D-FE075DBD15DF}" dt="2026-10-03T17:42:53.141" v="2835" actId="12788"/>
          <ac:spMkLst>
            <pc:docMk/>
            <pc:sldMk cId="0" sldId="262"/>
            <ac:spMk id="13" creationId="{9FF8416B-EA50-1BB7-3F6C-36A6EB326FBF}"/>
          </ac:spMkLst>
        </pc:spChg>
        <pc:spChg chg="add mod">
          <ac:chgData name="B M" userId="b370bc6cab4fc181" providerId="LiveId" clId="{D24CDD9E-F541-4DB9-8A1D-FE075DBD15DF}" dt="2026-10-03T17:42:47.301" v="2833" actId="12788"/>
          <ac:spMkLst>
            <pc:docMk/>
            <pc:sldMk cId="0" sldId="262"/>
            <ac:spMk id="14" creationId="{D5F2D53A-CC7E-29DD-2D75-61AA84E8705D}"/>
          </ac:spMkLst>
        </pc:spChg>
        <pc:spChg chg="add mod">
          <ac:chgData name="B M" userId="b370bc6cab4fc181" providerId="LiveId" clId="{D24CDD9E-F541-4DB9-8A1D-FE075DBD15DF}" dt="2026-10-03T17:43:00.502" v="2836" actId="12788"/>
          <ac:spMkLst>
            <pc:docMk/>
            <pc:sldMk cId="0" sldId="262"/>
            <ac:spMk id="15" creationId="{6373685C-A31E-F8E3-CFBC-29FB7657B880}"/>
          </ac:spMkLst>
        </pc:spChg>
        <pc:spChg chg="add mod">
          <ac:chgData name="B M" userId="b370bc6cab4fc181" providerId="LiveId" clId="{D24CDD9E-F541-4DB9-8A1D-FE075DBD15DF}" dt="2026-10-03T17:43:04.682" v="2837" actId="12788"/>
          <ac:spMkLst>
            <pc:docMk/>
            <pc:sldMk cId="0" sldId="262"/>
            <ac:spMk id="16" creationId="{081EE34F-98DE-5E5F-7011-BD81463507E8}"/>
          </ac:spMkLst>
        </pc:spChg>
        <pc:spChg chg="add mod">
          <ac:chgData name="B M" userId="b370bc6cab4fc181" providerId="LiveId" clId="{D24CDD9E-F541-4DB9-8A1D-FE075DBD15DF}" dt="2026-10-03T17:43:13.121" v="2839" actId="12788"/>
          <ac:spMkLst>
            <pc:docMk/>
            <pc:sldMk cId="0" sldId="262"/>
            <ac:spMk id="17" creationId="{DA8E6928-D666-FDC8-D6E2-F3C2C7DE048B}"/>
          </ac:spMkLst>
        </pc:spChg>
        <pc:spChg chg="add mod">
          <ac:chgData name="B M" userId="b370bc6cab4fc181" providerId="LiveId" clId="{D24CDD9E-F541-4DB9-8A1D-FE075DBD15DF}" dt="2026-10-03T17:43:08.795" v="2838" actId="12788"/>
          <ac:spMkLst>
            <pc:docMk/>
            <pc:sldMk cId="0" sldId="262"/>
            <ac:spMk id="18" creationId="{D3A4A577-D6D3-8256-6074-2CD57C3E318D}"/>
          </ac:spMkLst>
        </pc:spChg>
        <pc:spChg chg="add mod">
          <ac:chgData name="B M" userId="b370bc6cab4fc181" providerId="LiveId" clId="{D24CDD9E-F541-4DB9-8A1D-FE075DBD15DF}" dt="2026-10-03T17:46:05.560" v="2863" actId="115"/>
          <ac:spMkLst>
            <pc:docMk/>
            <pc:sldMk cId="0" sldId="262"/>
            <ac:spMk id="19" creationId="{637ED8F2-4D73-7D55-32BB-B519A7CDCEC3}"/>
          </ac:spMkLst>
        </pc:spChg>
        <pc:spChg chg="add mod">
          <ac:chgData name="B M" userId="b370bc6cab4fc181" providerId="LiveId" clId="{D24CDD9E-F541-4DB9-8A1D-FE075DBD15DF}" dt="2026-10-03T17:46:09.260" v="2864" actId="115"/>
          <ac:spMkLst>
            <pc:docMk/>
            <pc:sldMk cId="0" sldId="262"/>
            <ac:spMk id="20" creationId="{FAB50FE2-F275-344F-19C7-3A9D87E53CBA}"/>
          </ac:spMkLst>
        </pc:spChg>
        <pc:spChg chg="mod">
          <ac:chgData name="B M" userId="b370bc6cab4fc181" providerId="LiveId" clId="{D24CDD9E-F541-4DB9-8A1D-FE075DBD15DF}" dt="2026-10-03T17:44:36.490" v="2844" actId="12788"/>
          <ac:spMkLst>
            <pc:docMk/>
            <pc:sldMk cId="0" sldId="262"/>
            <ac:spMk id="344" creationId="{00000000-0000-0000-0000-000000000000}"/>
          </ac:spMkLst>
        </pc:spChg>
        <pc:spChg chg="del mod">
          <ac:chgData name="B M" userId="b370bc6cab4fc181" providerId="LiveId" clId="{D24CDD9E-F541-4DB9-8A1D-FE075DBD15DF}" dt="2026-10-03T17:17:30.206" v="2097" actId="478"/>
          <ac:spMkLst>
            <pc:docMk/>
            <pc:sldMk cId="0" sldId="262"/>
            <ac:spMk id="345" creationId="{00000000-0000-0000-0000-000000000000}"/>
          </ac:spMkLst>
        </pc:spChg>
        <pc:spChg chg="del">
          <ac:chgData name="B M" userId="b370bc6cab4fc181" providerId="LiveId" clId="{D24CDD9E-F541-4DB9-8A1D-FE075DBD15DF}" dt="2026-10-03T17:17:32.488" v="2099" actId="478"/>
          <ac:spMkLst>
            <pc:docMk/>
            <pc:sldMk cId="0" sldId="262"/>
            <ac:spMk id="346" creationId="{00000000-0000-0000-0000-000000000000}"/>
          </ac:spMkLst>
        </pc:spChg>
        <pc:spChg chg="del">
          <ac:chgData name="B M" userId="b370bc6cab4fc181" providerId="LiveId" clId="{D24CDD9E-F541-4DB9-8A1D-FE075DBD15DF}" dt="2026-10-03T17:16:33.921" v="2088" actId="478"/>
          <ac:spMkLst>
            <pc:docMk/>
            <pc:sldMk cId="0" sldId="262"/>
            <ac:spMk id="347" creationId="{00000000-0000-0000-0000-000000000000}"/>
          </ac:spMkLst>
        </pc:spChg>
        <pc:spChg chg="del mod">
          <ac:chgData name="B M" userId="b370bc6cab4fc181" providerId="LiveId" clId="{D24CDD9E-F541-4DB9-8A1D-FE075DBD15DF}" dt="2026-10-03T17:14:12.193" v="2082" actId="478"/>
          <ac:spMkLst>
            <pc:docMk/>
            <pc:sldMk cId="0" sldId="262"/>
            <ac:spMk id="348" creationId="{00000000-0000-0000-0000-000000000000}"/>
          </ac:spMkLst>
        </pc:spChg>
        <pc:spChg chg="mod">
          <ac:chgData name="B M" userId="b370bc6cab4fc181" providerId="LiveId" clId="{D24CDD9E-F541-4DB9-8A1D-FE075DBD15DF}" dt="2026-10-03T17:46:01.323" v="2862" actId="115"/>
          <ac:spMkLst>
            <pc:docMk/>
            <pc:sldMk cId="0" sldId="262"/>
            <ac:spMk id="349" creationId="{00000000-0000-0000-0000-000000000000}"/>
          </ac:spMkLst>
        </pc:spChg>
        <pc:spChg chg="mod">
          <ac:chgData name="B M" userId="b370bc6cab4fc181" providerId="LiveId" clId="{D24CDD9E-F541-4DB9-8A1D-FE075DBD15DF}" dt="2026-10-03T17:42:19.916" v="2827" actId="12788"/>
          <ac:spMkLst>
            <pc:docMk/>
            <pc:sldMk cId="0" sldId="262"/>
            <ac:spMk id="350" creationId="{00000000-0000-0000-0000-000000000000}"/>
          </ac:spMkLst>
        </pc:spChg>
        <pc:spChg chg="mod">
          <ac:chgData name="B M" userId="b370bc6cab4fc181" providerId="LiveId" clId="{D24CDD9E-F541-4DB9-8A1D-FE075DBD15DF}" dt="2026-10-03T17:42:26.974" v="2828" actId="12788"/>
          <ac:spMkLst>
            <pc:docMk/>
            <pc:sldMk cId="0" sldId="262"/>
            <ac:spMk id="351" creationId="{00000000-0000-0000-0000-000000000000}"/>
          </ac:spMkLst>
        </pc:spChg>
        <pc:spChg chg="del mod">
          <ac:chgData name="B M" userId="b370bc6cab4fc181" providerId="LiveId" clId="{D24CDD9E-F541-4DB9-8A1D-FE075DBD15DF}" dt="2026-10-03T17:17:29.565" v="2096" actId="478"/>
          <ac:spMkLst>
            <pc:docMk/>
            <pc:sldMk cId="0" sldId="262"/>
            <ac:spMk id="352" creationId="{00000000-0000-0000-0000-000000000000}"/>
          </ac:spMkLst>
        </pc:spChg>
        <pc:spChg chg="del mod">
          <ac:chgData name="B M" userId="b370bc6cab4fc181" providerId="LiveId" clId="{D24CDD9E-F541-4DB9-8A1D-FE075DBD15DF}" dt="2026-10-03T17:17:27.509" v="2095" actId="478"/>
          <ac:spMkLst>
            <pc:docMk/>
            <pc:sldMk cId="0" sldId="262"/>
            <ac:spMk id="353" creationId="{00000000-0000-0000-0000-000000000000}"/>
          </ac:spMkLst>
        </pc:spChg>
        <pc:spChg chg="del mod">
          <ac:chgData name="B M" userId="b370bc6cab4fc181" providerId="LiveId" clId="{D24CDD9E-F541-4DB9-8A1D-FE075DBD15DF}" dt="2026-10-03T17:17:27.509" v="2095" actId="478"/>
          <ac:spMkLst>
            <pc:docMk/>
            <pc:sldMk cId="0" sldId="262"/>
            <ac:spMk id="354" creationId="{00000000-0000-0000-0000-000000000000}"/>
          </ac:spMkLst>
        </pc:spChg>
        <pc:spChg chg="del mod">
          <ac:chgData name="B M" userId="b370bc6cab4fc181" providerId="LiveId" clId="{D24CDD9E-F541-4DB9-8A1D-FE075DBD15DF}" dt="2026-10-03T17:17:31.235" v="2098" actId="478"/>
          <ac:spMkLst>
            <pc:docMk/>
            <pc:sldMk cId="0" sldId="262"/>
            <ac:spMk id="355" creationId="{00000000-0000-0000-0000-000000000000}"/>
          </ac:spMkLst>
        </pc:spChg>
        <pc:spChg chg="del mod">
          <ac:chgData name="B M" userId="b370bc6cab4fc181" providerId="LiveId" clId="{D24CDD9E-F541-4DB9-8A1D-FE075DBD15DF}" dt="2026-10-03T17:17:27.509" v="2095" actId="478"/>
          <ac:spMkLst>
            <pc:docMk/>
            <pc:sldMk cId="0" sldId="262"/>
            <ac:spMk id="356" creationId="{00000000-0000-0000-0000-000000000000}"/>
          </ac:spMkLst>
        </pc:spChg>
        <pc:spChg chg="del mod">
          <ac:chgData name="B M" userId="b370bc6cab4fc181" providerId="LiveId" clId="{D24CDD9E-F541-4DB9-8A1D-FE075DBD15DF}" dt="2026-10-03T17:17:27.509" v="2095" actId="478"/>
          <ac:spMkLst>
            <pc:docMk/>
            <pc:sldMk cId="0" sldId="262"/>
            <ac:spMk id="357" creationId="{00000000-0000-0000-0000-000000000000}"/>
          </ac:spMkLst>
        </pc:spChg>
        <pc:spChg chg="del">
          <ac:chgData name="B M" userId="b370bc6cab4fc181" providerId="LiveId" clId="{D24CDD9E-F541-4DB9-8A1D-FE075DBD15DF}" dt="2026-10-03T17:16:31.875" v="2086" actId="478"/>
          <ac:spMkLst>
            <pc:docMk/>
            <pc:sldMk cId="0" sldId="262"/>
            <ac:spMk id="358" creationId="{00000000-0000-0000-0000-000000000000}"/>
          </ac:spMkLst>
        </pc:spChg>
        <pc:spChg chg="del mod">
          <ac:chgData name="B M" userId="b370bc6cab4fc181" providerId="LiveId" clId="{D24CDD9E-F541-4DB9-8A1D-FE075DBD15DF}" dt="2026-10-03T17:16:35.318" v="2089" actId="478"/>
          <ac:spMkLst>
            <pc:docMk/>
            <pc:sldMk cId="0" sldId="262"/>
            <ac:spMk id="359" creationId="{00000000-0000-0000-0000-000000000000}"/>
          </ac:spMkLst>
        </pc:spChg>
        <pc:spChg chg="del">
          <ac:chgData name="B M" userId="b370bc6cab4fc181" providerId="LiveId" clId="{D24CDD9E-F541-4DB9-8A1D-FE075DBD15DF}" dt="2026-10-03T17:16:36.784" v="2090" actId="478"/>
          <ac:spMkLst>
            <pc:docMk/>
            <pc:sldMk cId="0" sldId="262"/>
            <ac:spMk id="360" creationId="{00000000-0000-0000-0000-000000000000}"/>
          </ac:spMkLst>
        </pc:spChg>
        <pc:cxnChg chg="add mod">
          <ac:chgData name="B M" userId="b370bc6cab4fc181" providerId="LiveId" clId="{D24CDD9E-F541-4DB9-8A1D-FE075DBD15DF}" dt="2026-10-03T17:14:37" v="2085" actId="14100"/>
          <ac:cxnSpMkLst>
            <pc:docMk/>
            <pc:sldMk cId="0" sldId="262"/>
            <ac:cxnSpMk id="3" creationId="{09911049-ECA7-8AB6-724C-CC49A15C682A}"/>
          </ac:cxnSpMkLst>
        </pc:cxnChg>
      </pc:sldChg>
      <pc:sldChg chg="modSp del mod">
        <pc:chgData name="B M" userId="b370bc6cab4fc181" providerId="LiveId" clId="{D24CDD9E-F541-4DB9-8A1D-FE075DBD15DF}" dt="2026-10-03T17:56:26.282" v="3049" actId="47"/>
        <pc:sldMkLst>
          <pc:docMk/>
          <pc:sldMk cId="0" sldId="263"/>
        </pc:sldMkLst>
        <pc:spChg chg="mod">
          <ac:chgData name="B M" userId="b370bc6cab4fc181" providerId="LiveId" clId="{D24CDD9E-F541-4DB9-8A1D-FE075DBD15DF}" dt="2026-10-03T00:08:59.281" v="682" actId="27636"/>
          <ac:spMkLst>
            <pc:docMk/>
            <pc:sldMk cId="0" sldId="263"/>
            <ac:spMk id="362" creationId="{00000000-0000-0000-0000-000000000000}"/>
          </ac:spMkLst>
        </pc:spChg>
      </pc:sldChg>
      <pc:sldChg chg="addSp delSp modSp del mod ord">
        <pc:chgData name="B M" userId="b370bc6cab4fc181" providerId="LiveId" clId="{D24CDD9E-F541-4DB9-8A1D-FE075DBD15DF}" dt="2026-10-03T17:52:14.058" v="2963" actId="47"/>
        <pc:sldMkLst>
          <pc:docMk/>
          <pc:sldMk cId="0" sldId="264"/>
        </pc:sldMkLst>
        <pc:spChg chg="add del mod">
          <ac:chgData name="B M" userId="b370bc6cab4fc181" providerId="LiveId" clId="{D24CDD9E-F541-4DB9-8A1D-FE075DBD15DF}" dt="2026-10-03T17:48:46.821" v="2940" actId="478"/>
          <ac:spMkLst>
            <pc:docMk/>
            <pc:sldMk cId="0" sldId="264"/>
            <ac:spMk id="3" creationId="{EA77B17D-251A-1722-2056-01E7F953496A}"/>
          </ac:spMkLst>
        </pc:spChg>
        <pc:spChg chg="add del mod">
          <ac:chgData name="B M" userId="b370bc6cab4fc181" providerId="LiveId" clId="{D24CDD9E-F541-4DB9-8A1D-FE075DBD15DF}" dt="2026-10-03T17:48:54.854" v="2943" actId="21"/>
          <ac:spMkLst>
            <pc:docMk/>
            <pc:sldMk cId="0" sldId="264"/>
            <ac:spMk id="5" creationId="{61E35C7E-46C6-6C23-F62C-050FA2BB04D1}"/>
          </ac:spMkLst>
        </pc:spChg>
        <pc:spChg chg="add del">
          <ac:chgData name="B M" userId="b370bc6cab4fc181" providerId="LiveId" clId="{D24CDD9E-F541-4DB9-8A1D-FE075DBD15DF}" dt="2026-10-03T17:50:12.958" v="2946" actId="11529"/>
          <ac:spMkLst>
            <pc:docMk/>
            <pc:sldMk cId="0" sldId="264"/>
            <ac:spMk id="6" creationId="{576F67D3-CC12-9387-66D4-BD138DF41BB7}"/>
          </ac:spMkLst>
        </pc:spChg>
        <pc:spChg chg="mod">
          <ac:chgData name="B M" userId="b370bc6cab4fc181" providerId="LiveId" clId="{D24CDD9E-F541-4DB9-8A1D-FE075DBD15DF}" dt="2026-10-03T17:47:52.072" v="2875" actId="20577"/>
          <ac:spMkLst>
            <pc:docMk/>
            <pc:sldMk cId="0" sldId="264"/>
            <ac:spMk id="366" creationId="{00000000-0000-0000-0000-000000000000}"/>
          </ac:spMkLst>
        </pc:spChg>
        <pc:spChg chg="mod">
          <ac:chgData name="B M" userId="b370bc6cab4fc181" providerId="LiveId" clId="{D24CDD9E-F541-4DB9-8A1D-FE075DBD15DF}" dt="2026-10-03T17:49:30.854" v="2944" actId="20577"/>
          <ac:spMkLst>
            <pc:docMk/>
            <pc:sldMk cId="0" sldId="264"/>
            <ac:spMk id="367" creationId="{00000000-0000-0000-0000-000000000000}"/>
          </ac:spMkLst>
        </pc:spChg>
        <pc:spChg chg="add del">
          <ac:chgData name="B M" userId="b370bc6cab4fc181" providerId="LiveId" clId="{D24CDD9E-F541-4DB9-8A1D-FE075DBD15DF}" dt="2026-10-03T17:48:50.630" v="2941" actId="21"/>
          <ac:spMkLst>
            <pc:docMk/>
            <pc:sldMk cId="0" sldId="264"/>
            <ac:spMk id="368" creationId="{00000000-0000-0000-0000-000000000000}"/>
          </ac:spMkLst>
        </pc:spChg>
        <pc:spChg chg="del">
          <ac:chgData name="B M" userId="b370bc6cab4fc181" providerId="LiveId" clId="{D24CDD9E-F541-4DB9-8A1D-FE075DBD15DF}" dt="2026-10-03T17:47:56.542" v="2879" actId="478"/>
          <ac:spMkLst>
            <pc:docMk/>
            <pc:sldMk cId="0" sldId="264"/>
            <ac:spMk id="381" creationId="{00000000-0000-0000-0000-000000000000}"/>
          </ac:spMkLst>
        </pc:spChg>
        <pc:grpChg chg="del">
          <ac:chgData name="B M" userId="b370bc6cab4fc181" providerId="LiveId" clId="{D24CDD9E-F541-4DB9-8A1D-FE075DBD15DF}" dt="2026-10-03T17:47:54.905" v="2876" actId="478"/>
          <ac:grpSpMkLst>
            <pc:docMk/>
            <pc:sldMk cId="0" sldId="264"/>
            <ac:grpSpMk id="369" creationId="{00000000-0000-0000-0000-000000000000}"/>
          </ac:grpSpMkLst>
        </pc:grpChg>
        <pc:grpChg chg="del">
          <ac:chgData name="B M" userId="b370bc6cab4fc181" providerId="LiveId" clId="{D24CDD9E-F541-4DB9-8A1D-FE075DBD15DF}" dt="2026-10-03T17:47:56.010" v="2878" actId="478"/>
          <ac:grpSpMkLst>
            <pc:docMk/>
            <pc:sldMk cId="0" sldId="264"/>
            <ac:grpSpMk id="372" creationId="{00000000-0000-0000-0000-000000000000}"/>
          </ac:grpSpMkLst>
        </pc:grpChg>
        <pc:grpChg chg="del">
          <ac:chgData name="B M" userId="b370bc6cab4fc181" providerId="LiveId" clId="{D24CDD9E-F541-4DB9-8A1D-FE075DBD15DF}" dt="2026-10-03T17:47:55.477" v="2877" actId="478"/>
          <ac:grpSpMkLst>
            <pc:docMk/>
            <pc:sldMk cId="0" sldId="264"/>
            <ac:grpSpMk id="377" creationId="{00000000-0000-0000-0000-000000000000}"/>
          </ac:grpSpMkLst>
        </pc:grpChg>
      </pc:sldChg>
      <pc:sldChg chg="addSp delSp modSp add mod ord setBg">
        <pc:chgData name="B M" userId="b370bc6cab4fc181" providerId="LiveId" clId="{D24CDD9E-F541-4DB9-8A1D-FE075DBD15DF}" dt="2026-10-03T15:04:51.034" v="2079" actId="14100"/>
        <pc:sldMkLst>
          <pc:docMk/>
          <pc:sldMk cId="4153189704" sldId="265"/>
        </pc:sldMkLst>
        <pc:spChg chg="del mod">
          <ac:chgData name="B M" userId="b370bc6cab4fc181" providerId="LiveId" clId="{D24CDD9E-F541-4DB9-8A1D-FE075DBD15DF}" dt="2026-10-03T14:41:58.137" v="1436" actId="478"/>
          <ac:spMkLst>
            <pc:docMk/>
            <pc:sldMk cId="4153189704" sldId="265"/>
            <ac:spMk id="2" creationId="{767E6715-2548-F119-47F1-CE4F1F8DCA8C}"/>
          </ac:spMkLst>
        </pc:spChg>
        <pc:spChg chg="del mod">
          <ac:chgData name="B M" userId="b370bc6cab4fc181" providerId="LiveId" clId="{D24CDD9E-F541-4DB9-8A1D-FE075DBD15DF}" dt="2026-10-03T14:43:12.127" v="1440" actId="478"/>
          <ac:spMkLst>
            <pc:docMk/>
            <pc:sldMk cId="4153189704" sldId="265"/>
            <ac:spMk id="7" creationId="{8DEDD7FF-A3BD-652A-125F-855D938B5201}"/>
          </ac:spMkLst>
        </pc:spChg>
        <pc:spChg chg="del mod">
          <ac:chgData name="B M" userId="b370bc6cab4fc181" providerId="LiveId" clId="{D24CDD9E-F541-4DB9-8A1D-FE075DBD15DF}" dt="2026-10-03T14:31:09.788" v="1384"/>
          <ac:spMkLst>
            <pc:docMk/>
            <pc:sldMk cId="4153189704" sldId="265"/>
            <ac:spMk id="14" creationId="{7DD26D4C-D4CC-EA2B-9A9F-6095A846DF34}"/>
          </ac:spMkLst>
        </pc:spChg>
        <pc:spChg chg="add mod">
          <ac:chgData name="B M" userId="b370bc6cab4fc181" providerId="LiveId" clId="{D24CDD9E-F541-4DB9-8A1D-FE075DBD15DF}" dt="2026-10-03T14:42:08.263" v="1438"/>
          <ac:spMkLst>
            <pc:docMk/>
            <pc:sldMk cId="4153189704" sldId="265"/>
            <ac:spMk id="16" creationId="{79A5FFC3-CA08-8326-5C51-B7097DC48FEA}"/>
          </ac:spMkLst>
        </pc:spChg>
        <pc:spChg chg="add mod">
          <ac:chgData name="B M" userId="b370bc6cab4fc181" providerId="LiveId" clId="{D24CDD9E-F541-4DB9-8A1D-FE075DBD15DF}" dt="2026-10-03T14:43:32.475" v="1442" actId="1076"/>
          <ac:spMkLst>
            <pc:docMk/>
            <pc:sldMk cId="4153189704" sldId="265"/>
            <ac:spMk id="18" creationId="{B0A80FF3-6913-900A-C0BF-7D446C4B7A4C}"/>
          </ac:spMkLst>
        </pc:spChg>
        <pc:spChg chg="add mod">
          <ac:chgData name="B M" userId="b370bc6cab4fc181" providerId="LiveId" clId="{D24CDD9E-F541-4DB9-8A1D-FE075DBD15DF}" dt="2026-10-03T15:00:57.590" v="2061"/>
          <ac:spMkLst>
            <pc:docMk/>
            <pc:sldMk cId="4153189704" sldId="265"/>
            <ac:spMk id="20" creationId="{5D1A885F-17D7-C40B-64D9-0CB9FA7E53FA}"/>
          </ac:spMkLst>
        </pc:spChg>
        <pc:picChg chg="del">
          <ac:chgData name="B M" userId="b370bc6cab4fc181" providerId="LiveId" clId="{D24CDD9E-F541-4DB9-8A1D-FE075DBD15DF}" dt="2026-10-03T14:30:50.487" v="1379" actId="478"/>
          <ac:picMkLst>
            <pc:docMk/>
            <pc:sldMk cId="4153189704" sldId="265"/>
            <ac:picMk id="4" creationId="{56A2E22A-801B-4E0C-521D-3F9DF511E6EA}"/>
          </ac:picMkLst>
        </pc:picChg>
        <pc:picChg chg="add del mod">
          <ac:chgData name="B M" userId="b370bc6cab4fc181" providerId="LiveId" clId="{D24CDD9E-F541-4DB9-8A1D-FE075DBD15DF}" dt="2026-10-03T14:34:18.923" v="1402" actId="478"/>
          <ac:picMkLst>
            <pc:docMk/>
            <pc:sldMk cId="4153189704" sldId="265"/>
            <ac:picMk id="5" creationId="{38A5E7FC-6894-9C4B-BEFC-91060E6E0602}"/>
          </ac:picMkLst>
        </pc:picChg>
        <pc:picChg chg="del">
          <ac:chgData name="B M" userId="b370bc6cab4fc181" providerId="LiveId" clId="{D24CDD9E-F541-4DB9-8A1D-FE075DBD15DF}" dt="2026-10-03T14:30:52.245" v="1380" actId="478"/>
          <ac:picMkLst>
            <pc:docMk/>
            <pc:sldMk cId="4153189704" sldId="265"/>
            <ac:picMk id="6" creationId="{7EC67369-F18A-AAE3-C0F4-63AFF2EC735D}"/>
          </ac:picMkLst>
        </pc:picChg>
        <pc:picChg chg="add del mod">
          <ac:chgData name="B M" userId="b370bc6cab4fc181" providerId="LiveId" clId="{D24CDD9E-F541-4DB9-8A1D-FE075DBD15DF}" dt="2026-10-03T14:34:19.509" v="1403" actId="478"/>
          <ac:picMkLst>
            <pc:docMk/>
            <pc:sldMk cId="4153189704" sldId="265"/>
            <ac:picMk id="9" creationId="{D4EACE68-0341-524D-C106-C0ADD4A5B0D8}"/>
          </ac:picMkLst>
        </pc:picChg>
        <pc:picChg chg="add mod">
          <ac:chgData name="B M" userId="b370bc6cab4fc181" providerId="LiveId" clId="{D24CDD9E-F541-4DB9-8A1D-FE075DBD15DF}" dt="2026-10-03T15:02:58.952" v="2062" actId="14100"/>
          <ac:picMkLst>
            <pc:docMk/>
            <pc:sldMk cId="4153189704" sldId="265"/>
            <ac:picMk id="12" creationId="{B54092D0-48F0-25E5-858C-7ACBD0D4F2DD}"/>
          </ac:picMkLst>
        </pc:picChg>
        <pc:picChg chg="add del mod">
          <ac:chgData name="B M" userId="b370bc6cab4fc181" providerId="LiveId" clId="{D24CDD9E-F541-4DB9-8A1D-FE075DBD15DF}" dt="2026-10-03T15:03:01.014" v="2063" actId="478"/>
          <ac:picMkLst>
            <pc:docMk/>
            <pc:sldMk cId="4153189704" sldId="265"/>
            <ac:picMk id="15" creationId="{F9B1AF4D-9353-FC36-299D-CD7FE5D023DD}"/>
          </ac:picMkLst>
        </pc:picChg>
        <pc:picChg chg="add del mod">
          <ac:chgData name="B M" userId="b370bc6cab4fc181" providerId="LiveId" clId="{D24CDD9E-F541-4DB9-8A1D-FE075DBD15DF}" dt="2026-10-03T15:03:53.621" v="2071" actId="478"/>
          <ac:picMkLst>
            <pc:docMk/>
            <pc:sldMk cId="4153189704" sldId="265"/>
            <ac:picMk id="23" creationId="{D21A87F1-A359-44A8-AB13-8802693FD01F}"/>
          </ac:picMkLst>
        </pc:picChg>
        <pc:picChg chg="add mod">
          <ac:chgData name="B M" userId="b370bc6cab4fc181" providerId="LiveId" clId="{D24CDD9E-F541-4DB9-8A1D-FE075DBD15DF}" dt="2026-10-03T15:04:51.034" v="2079" actId="14100"/>
          <ac:picMkLst>
            <pc:docMk/>
            <pc:sldMk cId="4153189704" sldId="265"/>
            <ac:picMk id="25" creationId="{6E6970A5-9BB9-238B-1AE3-358AA1E15D3A}"/>
          </ac:picMkLst>
        </pc:picChg>
        <pc:cxnChg chg="del mod">
          <ac:chgData name="B M" userId="b370bc6cab4fc181" providerId="LiveId" clId="{D24CDD9E-F541-4DB9-8A1D-FE075DBD15DF}" dt="2026-10-03T14:43:12.127" v="1440" actId="478"/>
          <ac:cxnSpMkLst>
            <pc:docMk/>
            <pc:sldMk cId="4153189704" sldId="265"/>
            <ac:cxnSpMk id="11" creationId="{64D3E9E4-6B4C-1900-4966-DA29455E2CFB}"/>
          </ac:cxnSpMkLst>
        </pc:cxnChg>
        <pc:cxnChg chg="add mod">
          <ac:chgData name="B M" userId="b370bc6cab4fc181" providerId="LiveId" clId="{D24CDD9E-F541-4DB9-8A1D-FE075DBD15DF}" dt="2026-10-03T14:42:03.035" v="1437"/>
          <ac:cxnSpMkLst>
            <pc:docMk/>
            <pc:sldMk cId="4153189704" sldId="265"/>
            <ac:cxnSpMk id="17" creationId="{EFDE0801-03F7-5B35-A41C-5DDB479A9561}"/>
          </ac:cxnSpMkLst>
        </pc:cxnChg>
        <pc:cxnChg chg="add mod">
          <ac:chgData name="B M" userId="b370bc6cab4fc181" providerId="LiveId" clId="{D24CDD9E-F541-4DB9-8A1D-FE075DBD15DF}" dt="2026-10-03T14:43:48.952" v="1443" actId="14100"/>
          <ac:cxnSpMkLst>
            <pc:docMk/>
            <pc:sldMk cId="4153189704" sldId="265"/>
            <ac:cxnSpMk id="19" creationId="{C047AF4B-FC17-91D0-606C-114F39C038E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89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6838C-4FC3-475E-92AD-4F3CAF09B34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8623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freepik.com/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46560" y="1733400"/>
            <a:ext cx="4210920" cy="135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" name="Google Shape;11;p2"/>
          <p:cNvGrpSpPr/>
          <p:nvPr/>
        </p:nvGrpSpPr>
        <p:grpSpPr>
          <a:xfrm>
            <a:off x="-1115280" y="4467600"/>
            <a:ext cx="2576520" cy="2637720"/>
            <a:chOff x="-1115280" y="4467600"/>
            <a:chExt cx="2576520" cy="2637720"/>
          </a:xfrm>
        </p:grpSpPr>
        <p:sp>
          <p:nvSpPr>
            <p:cNvPr id="4" name="Google Shape;12;p2"/>
            <p:cNvSpPr/>
            <p:nvPr/>
          </p:nvSpPr>
          <p:spPr>
            <a:xfrm>
              <a:off x="-961920" y="4467600"/>
              <a:ext cx="1751400" cy="17514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" name="Google Shape;13;p2"/>
            <p:cNvGrpSpPr/>
            <p:nvPr/>
          </p:nvGrpSpPr>
          <p:grpSpPr>
            <a:xfrm>
              <a:off x="-1115280" y="4530240"/>
              <a:ext cx="2576520" cy="2575080"/>
              <a:chOff x="-1115280" y="4530240"/>
              <a:chExt cx="2576520" cy="2575080"/>
            </a:xfrm>
          </p:grpSpPr>
          <p:sp>
            <p:nvSpPr>
              <p:cNvPr id="6" name="Google Shape;14;p2"/>
              <p:cNvSpPr/>
              <p:nvPr/>
            </p:nvSpPr>
            <p:spPr>
              <a:xfrm rot="16200000" flipV="1">
                <a:off x="807120" y="645228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15;p2"/>
              <p:cNvSpPr/>
              <p:nvPr/>
            </p:nvSpPr>
            <p:spPr>
              <a:xfrm rot="16200000" flipV="1">
                <a:off x="389160" y="603396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4440"/>
                  <a:gd name="textAreaBottom" fmla="*/ 105444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6;p2"/>
              <p:cNvSpPr/>
              <p:nvPr/>
            </p:nvSpPr>
            <p:spPr>
              <a:xfrm rot="16200000" flipV="1">
                <a:off x="102960" y="574668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-360 h 1359000"/>
                  <a:gd name="textAreaBottom" fmla="*/ 135900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17;p2"/>
              <p:cNvSpPr/>
              <p:nvPr/>
            </p:nvSpPr>
            <p:spPr>
              <a:xfrm rot="16200000" flipV="1">
                <a:off x="-132480" y="551196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360 h 1560240"/>
                  <a:gd name="textAreaBottom" fmla="*/ 156096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18;p2"/>
              <p:cNvSpPr/>
              <p:nvPr/>
            </p:nvSpPr>
            <p:spPr>
              <a:xfrm rot="16200000" flipV="1">
                <a:off x="-336600" y="530748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-360 h 1696680"/>
                  <a:gd name="textAreaBottom" fmla="*/ 169668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19;p2"/>
              <p:cNvSpPr/>
              <p:nvPr/>
            </p:nvSpPr>
            <p:spPr>
              <a:xfrm rot="16200000" flipV="1">
                <a:off x="-513720" y="513180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-360 h 1778760"/>
                  <a:gd name="textAreaBottom" fmla="*/ 177876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20;p2"/>
              <p:cNvSpPr/>
              <p:nvPr/>
            </p:nvSpPr>
            <p:spPr>
              <a:xfrm rot="16200000" flipV="1">
                <a:off x="-716400" y="4978440"/>
                <a:ext cx="1869120" cy="1864440"/>
              </a:xfrm>
              <a:custGeom>
                <a:avLst/>
                <a:gdLst>
                  <a:gd name="textAreaLeft" fmla="*/ 0 w 1869120"/>
                  <a:gd name="textAreaRight" fmla="*/ 1869480 w 1869120"/>
                  <a:gd name="textAreaTop" fmla="*/ -360 h 1864440"/>
                  <a:gd name="textAreaBottom" fmla="*/ 1864440 h 18644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1;p2"/>
              <p:cNvSpPr/>
              <p:nvPr/>
            </p:nvSpPr>
            <p:spPr>
              <a:xfrm rot="16200000" flipV="1">
                <a:off x="-807480" y="4828680"/>
                <a:ext cx="1811880" cy="1833480"/>
              </a:xfrm>
              <a:custGeom>
                <a:avLst/>
                <a:gdLst>
                  <a:gd name="textAreaLeft" fmla="*/ 0 w 1811880"/>
                  <a:gd name="textAreaRight" fmla="*/ 1812240 w 1811880"/>
                  <a:gd name="textAreaTop" fmla="*/ -360 h 1833480"/>
                  <a:gd name="textAreaBottom" fmla="*/ 1833480 h 183348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22;p2"/>
              <p:cNvSpPr/>
              <p:nvPr/>
            </p:nvSpPr>
            <p:spPr>
              <a:xfrm rot="16200000" flipV="1">
                <a:off x="-927720" y="4701240"/>
                <a:ext cx="1762200" cy="1811160"/>
              </a:xfrm>
              <a:custGeom>
                <a:avLst/>
                <a:gdLst>
                  <a:gd name="textAreaLeft" fmla="*/ 0 w 1762200"/>
                  <a:gd name="textAreaRight" fmla="*/ 1762560 w 1762200"/>
                  <a:gd name="textAreaTop" fmla="*/ -360 h 1811160"/>
                  <a:gd name="textAreaBottom" fmla="*/ 1811160 h 181116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23;p2"/>
              <p:cNvSpPr/>
              <p:nvPr/>
            </p:nvSpPr>
            <p:spPr>
              <a:xfrm rot="16200000" flipV="1">
                <a:off x="-1013760" y="463176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-360 h 1696680"/>
                  <a:gd name="textAreaBottom" fmla="*/ 169668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4;p2"/>
              <p:cNvSpPr/>
              <p:nvPr/>
            </p:nvSpPr>
            <p:spPr>
              <a:xfrm rot="16200000" flipV="1">
                <a:off x="-1081080" y="456480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360 h 1560240"/>
                  <a:gd name="textAreaBottom" fmla="*/ 156096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25;p2"/>
              <p:cNvSpPr/>
              <p:nvPr/>
            </p:nvSpPr>
            <p:spPr>
              <a:xfrm rot="16200000" flipV="1">
                <a:off x="-1114200" y="452916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-360 h 1359000"/>
                  <a:gd name="textAreaBottom" fmla="*/ 135900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26;p2"/>
              <p:cNvSpPr/>
              <p:nvPr/>
            </p:nvSpPr>
            <p:spPr>
              <a:xfrm rot="16200000" flipV="1">
                <a:off x="-1099440" y="454572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5880"/>
                  <a:gd name="textAreaBottom" fmla="*/ 105588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7;p2"/>
              <p:cNvSpPr/>
              <p:nvPr/>
            </p:nvSpPr>
            <p:spPr>
              <a:xfrm rot="16200000" flipV="1">
                <a:off x="-951120" y="469404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0" name="Google Shape;28;p2"/>
          <p:cNvGrpSpPr/>
          <p:nvPr/>
        </p:nvGrpSpPr>
        <p:grpSpPr>
          <a:xfrm>
            <a:off x="5986080" y="4420800"/>
            <a:ext cx="2743200" cy="2727000"/>
            <a:chOff x="5986080" y="4420800"/>
            <a:chExt cx="2743200" cy="2727000"/>
          </a:xfrm>
        </p:grpSpPr>
        <p:sp>
          <p:nvSpPr>
            <p:cNvPr id="21" name="Google Shape;29;p2"/>
            <p:cNvSpPr/>
            <p:nvPr/>
          </p:nvSpPr>
          <p:spPr>
            <a:xfrm>
              <a:off x="6114960" y="4420800"/>
              <a:ext cx="2614320" cy="2599560"/>
            </a:xfrm>
            <a:prstGeom prst="ellipse">
              <a:avLst/>
            </a:prstGeom>
            <a:solidFill>
              <a:srgbClr val="FFFFFF">
                <a:alpha val="3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2" name="Google Shape;30;p2"/>
            <p:cNvGrpSpPr/>
            <p:nvPr/>
          </p:nvGrpSpPr>
          <p:grpSpPr>
            <a:xfrm>
              <a:off x="5986080" y="4572360"/>
              <a:ext cx="2576520" cy="2575440"/>
              <a:chOff x="5986080" y="4572360"/>
              <a:chExt cx="2576520" cy="2575440"/>
            </a:xfrm>
          </p:grpSpPr>
          <p:sp>
            <p:nvSpPr>
              <p:cNvPr id="23" name="Google Shape;31;p2"/>
              <p:cNvSpPr/>
              <p:nvPr/>
            </p:nvSpPr>
            <p:spPr>
              <a:xfrm rot="16200000" flipV="1">
                <a:off x="7908480" y="649476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32;p2"/>
              <p:cNvSpPr/>
              <p:nvPr/>
            </p:nvSpPr>
            <p:spPr>
              <a:xfrm rot="16200000" flipV="1">
                <a:off x="7490520" y="607644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4440"/>
                  <a:gd name="textAreaBottom" fmla="*/ 105444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3;p2"/>
              <p:cNvSpPr/>
              <p:nvPr/>
            </p:nvSpPr>
            <p:spPr>
              <a:xfrm rot="16200000" flipV="1">
                <a:off x="7204320" y="578916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-360 h 1359000"/>
                  <a:gd name="textAreaBottom" fmla="*/ 135900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34;p2"/>
              <p:cNvSpPr/>
              <p:nvPr/>
            </p:nvSpPr>
            <p:spPr>
              <a:xfrm rot="16200000" flipV="1">
                <a:off x="6968880" y="555408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360 h 1560240"/>
                  <a:gd name="textAreaBottom" fmla="*/ 156096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35;p2"/>
              <p:cNvSpPr/>
              <p:nvPr/>
            </p:nvSpPr>
            <p:spPr>
              <a:xfrm rot="16200000" flipV="1">
                <a:off x="6764760" y="534960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-360 h 1696680"/>
                  <a:gd name="textAreaBottom" fmla="*/ 169668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36;p2"/>
              <p:cNvSpPr/>
              <p:nvPr/>
            </p:nvSpPr>
            <p:spPr>
              <a:xfrm rot="16200000" flipV="1">
                <a:off x="6587280" y="517392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-360 h 1778760"/>
                  <a:gd name="textAreaBottom" fmla="*/ 177876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37;p2"/>
              <p:cNvSpPr/>
              <p:nvPr/>
            </p:nvSpPr>
            <p:spPr>
              <a:xfrm rot="16200000" flipV="1">
                <a:off x="6441840" y="5035320"/>
                <a:ext cx="1827000" cy="1792080"/>
              </a:xfrm>
              <a:custGeom>
                <a:avLst/>
                <a:gdLst>
                  <a:gd name="textAreaLeft" fmla="*/ 0 w 1827000"/>
                  <a:gd name="textAreaRight" fmla="*/ 1827360 w 1827000"/>
                  <a:gd name="textAreaTop" fmla="*/ 360 h 1792080"/>
                  <a:gd name="textAreaBottom" fmla="*/ 1792800 h 179208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38;p2"/>
              <p:cNvSpPr/>
              <p:nvPr/>
            </p:nvSpPr>
            <p:spPr>
              <a:xfrm rot="16200000" flipV="1">
                <a:off x="6276600" y="4901760"/>
                <a:ext cx="1859040" cy="1820880"/>
              </a:xfrm>
              <a:custGeom>
                <a:avLst/>
                <a:gdLst>
                  <a:gd name="textAreaLeft" fmla="*/ 0 w 1859040"/>
                  <a:gd name="textAreaRight" fmla="*/ 1859400 w 1859040"/>
                  <a:gd name="textAreaTop" fmla="*/ 360 h 1820880"/>
                  <a:gd name="textAreaBottom" fmla="*/ 1821600 h 182088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39;p2"/>
              <p:cNvSpPr/>
              <p:nvPr/>
            </p:nvSpPr>
            <p:spPr>
              <a:xfrm rot="16200000" flipV="1">
                <a:off x="6223320" y="4765680"/>
                <a:ext cx="1734840" cy="1739160"/>
              </a:xfrm>
              <a:custGeom>
                <a:avLst/>
                <a:gdLst>
                  <a:gd name="textAreaLeft" fmla="*/ 0 w 1734840"/>
                  <a:gd name="textAreaRight" fmla="*/ 1735200 w 1734840"/>
                  <a:gd name="textAreaTop" fmla="*/ -360 h 1739160"/>
                  <a:gd name="textAreaBottom" fmla="*/ 1739160 h 173916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40;p2"/>
              <p:cNvSpPr/>
              <p:nvPr/>
            </p:nvSpPr>
            <p:spPr>
              <a:xfrm rot="16200000" flipV="1">
                <a:off x="6087600" y="467388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-360 h 1696680"/>
                  <a:gd name="textAreaBottom" fmla="*/ 169668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41;p2"/>
              <p:cNvSpPr/>
              <p:nvPr/>
            </p:nvSpPr>
            <p:spPr>
              <a:xfrm rot="16200000" flipV="1">
                <a:off x="6020280" y="460728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360 h 1560240"/>
                  <a:gd name="textAreaBottom" fmla="*/ 156096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42;p2"/>
              <p:cNvSpPr/>
              <p:nvPr/>
            </p:nvSpPr>
            <p:spPr>
              <a:xfrm rot="16200000" flipV="1">
                <a:off x="5986800" y="457128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-360 h 1359000"/>
                  <a:gd name="textAreaBottom" fmla="*/ 135900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43;p2"/>
              <p:cNvSpPr/>
              <p:nvPr/>
            </p:nvSpPr>
            <p:spPr>
              <a:xfrm rot="16200000" flipV="1">
                <a:off x="6001920" y="458784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5880"/>
                  <a:gd name="textAreaBottom" fmla="*/ 105588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44;p2"/>
              <p:cNvSpPr/>
              <p:nvPr/>
            </p:nvSpPr>
            <p:spPr>
              <a:xfrm rot="16200000" flipV="1">
                <a:off x="6150240" y="473616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205360" y="1076040"/>
            <a:ext cx="4732920" cy="70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9" name="Google Shape;910;p22"/>
          <p:cNvGrpSpPr/>
          <p:nvPr/>
        </p:nvGrpSpPr>
        <p:grpSpPr>
          <a:xfrm>
            <a:off x="-1618560" y="4476960"/>
            <a:ext cx="2727720" cy="2743560"/>
            <a:chOff x="-1618560" y="4476960"/>
            <a:chExt cx="2727720" cy="2743560"/>
          </a:xfrm>
        </p:grpSpPr>
        <p:sp>
          <p:nvSpPr>
            <p:cNvPr id="40" name="Google Shape;911;p22"/>
            <p:cNvSpPr/>
            <p:nvPr/>
          </p:nvSpPr>
          <p:spPr>
            <a:xfrm rot="16200000" flipV="1">
              <a:off x="-1497600" y="4484160"/>
              <a:ext cx="2614320" cy="2599560"/>
            </a:xfrm>
            <a:prstGeom prst="ellipse">
              <a:avLst/>
            </a:prstGeom>
            <a:solidFill>
              <a:srgbClr val="FFFFFF">
                <a:alpha val="3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1" name="Google Shape;912;p22"/>
            <p:cNvGrpSpPr/>
            <p:nvPr/>
          </p:nvGrpSpPr>
          <p:grpSpPr>
            <a:xfrm>
              <a:off x="-1618560" y="4644000"/>
              <a:ext cx="2575080" cy="2576520"/>
              <a:chOff x="-1618560" y="4644000"/>
              <a:chExt cx="2575080" cy="2576520"/>
            </a:xfrm>
          </p:grpSpPr>
          <p:sp>
            <p:nvSpPr>
              <p:cNvPr id="42" name="Google Shape;913;p22"/>
              <p:cNvSpPr/>
              <p:nvPr/>
            </p:nvSpPr>
            <p:spPr>
              <a:xfrm>
                <a:off x="-1455840" y="480816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914;p22"/>
              <p:cNvSpPr/>
              <p:nvPr/>
            </p:nvSpPr>
            <p:spPr>
              <a:xfrm>
                <a:off x="-1602720" y="466128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4440"/>
                  <a:gd name="textAreaBottom" fmla="*/ 105480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915;p22"/>
              <p:cNvSpPr/>
              <p:nvPr/>
            </p:nvSpPr>
            <p:spPr>
              <a:xfrm>
                <a:off x="-1618560" y="464400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916;p22"/>
              <p:cNvSpPr/>
              <p:nvPr/>
            </p:nvSpPr>
            <p:spPr>
              <a:xfrm>
                <a:off x="-1584360" y="467820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917;p22"/>
              <p:cNvSpPr/>
              <p:nvPr/>
            </p:nvSpPr>
            <p:spPr>
              <a:xfrm>
                <a:off x="-1516680" y="474588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918;p22"/>
              <p:cNvSpPr/>
              <p:nvPr/>
            </p:nvSpPr>
            <p:spPr>
              <a:xfrm>
                <a:off x="-1424160" y="483984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0 h 1778760"/>
                  <a:gd name="textAreaBottom" fmla="*/ 177912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919;p22"/>
              <p:cNvSpPr/>
              <p:nvPr/>
            </p:nvSpPr>
            <p:spPr>
              <a:xfrm>
                <a:off x="-1335240" y="4955040"/>
                <a:ext cx="1845720" cy="1851840"/>
              </a:xfrm>
              <a:custGeom>
                <a:avLst/>
                <a:gdLst>
                  <a:gd name="textAreaLeft" fmla="*/ 0 w 1845720"/>
                  <a:gd name="textAreaRight" fmla="*/ 1846080 w 1845720"/>
                  <a:gd name="textAreaTop" fmla="*/ 0 h 1851840"/>
                  <a:gd name="textAreaBottom" fmla="*/ 1852200 h 18518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920;p22"/>
              <p:cNvSpPr/>
              <p:nvPr/>
            </p:nvSpPr>
            <p:spPr>
              <a:xfrm>
                <a:off x="-1208520" y="5090040"/>
                <a:ext cx="1855440" cy="1836720"/>
              </a:xfrm>
              <a:custGeom>
                <a:avLst/>
                <a:gdLst>
                  <a:gd name="textAreaLeft" fmla="*/ 0 w 1855440"/>
                  <a:gd name="textAreaRight" fmla="*/ 1855800 w 1855440"/>
                  <a:gd name="textAreaTop" fmla="*/ 0 h 1836720"/>
                  <a:gd name="textAreaBottom" fmla="*/ 1837080 h 183672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921;p22"/>
              <p:cNvSpPr/>
              <p:nvPr/>
            </p:nvSpPr>
            <p:spPr>
              <a:xfrm>
                <a:off x="-1044720" y="5246280"/>
                <a:ext cx="1805760" cy="1799640"/>
              </a:xfrm>
              <a:custGeom>
                <a:avLst/>
                <a:gdLst>
                  <a:gd name="textAreaLeft" fmla="*/ 0 w 1805760"/>
                  <a:gd name="textAreaRight" fmla="*/ 1806120 w 1805760"/>
                  <a:gd name="textAreaTop" fmla="*/ 0 h 1799640"/>
                  <a:gd name="textAreaBottom" fmla="*/ 1800000 h 179964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922;p22"/>
              <p:cNvSpPr/>
              <p:nvPr/>
            </p:nvSpPr>
            <p:spPr>
              <a:xfrm>
                <a:off x="-841680" y="542232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923;p22"/>
              <p:cNvSpPr/>
              <p:nvPr/>
            </p:nvSpPr>
            <p:spPr>
              <a:xfrm>
                <a:off x="-637920" y="562608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924;p22"/>
              <p:cNvSpPr/>
              <p:nvPr/>
            </p:nvSpPr>
            <p:spPr>
              <a:xfrm>
                <a:off x="-401040" y="586152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925;p22"/>
              <p:cNvSpPr/>
              <p:nvPr/>
            </p:nvSpPr>
            <p:spPr>
              <a:xfrm>
                <a:off x="-115200" y="614880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5880"/>
                  <a:gd name="textAreaBottom" fmla="*/ 105624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926;p22"/>
              <p:cNvSpPr/>
              <p:nvPr/>
            </p:nvSpPr>
            <p:spPr>
              <a:xfrm>
                <a:off x="303120" y="656712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6" name="Google Shape;927;p22"/>
          <p:cNvGrpSpPr/>
          <p:nvPr/>
        </p:nvGrpSpPr>
        <p:grpSpPr>
          <a:xfrm>
            <a:off x="8007120" y="4628880"/>
            <a:ext cx="2743200" cy="2727000"/>
            <a:chOff x="8007120" y="4628880"/>
            <a:chExt cx="2743200" cy="2727000"/>
          </a:xfrm>
        </p:grpSpPr>
        <p:sp>
          <p:nvSpPr>
            <p:cNvPr id="57" name="Google Shape;928;p22"/>
            <p:cNvSpPr/>
            <p:nvPr/>
          </p:nvSpPr>
          <p:spPr>
            <a:xfrm flipV="1">
              <a:off x="8136000" y="4755960"/>
              <a:ext cx="2614320" cy="2599560"/>
            </a:xfrm>
            <a:prstGeom prst="ellipse">
              <a:avLst/>
            </a:prstGeom>
            <a:solidFill>
              <a:srgbClr val="FFFFFF">
                <a:alpha val="3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8" name="Google Shape;929;p22"/>
            <p:cNvGrpSpPr/>
            <p:nvPr/>
          </p:nvGrpSpPr>
          <p:grpSpPr>
            <a:xfrm>
              <a:off x="8007120" y="4628880"/>
              <a:ext cx="2576880" cy="2575080"/>
              <a:chOff x="8007120" y="4628880"/>
              <a:chExt cx="2576880" cy="2575080"/>
            </a:xfrm>
          </p:grpSpPr>
          <p:sp>
            <p:nvSpPr>
              <p:cNvPr id="59" name="Google Shape;930;p22"/>
              <p:cNvSpPr/>
              <p:nvPr/>
            </p:nvSpPr>
            <p:spPr>
              <a:xfrm rot="5400000">
                <a:off x="9929880" y="479232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931;p22"/>
              <p:cNvSpPr/>
              <p:nvPr/>
            </p:nvSpPr>
            <p:spPr>
              <a:xfrm rot="5400000">
                <a:off x="9511560" y="464544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4440"/>
                  <a:gd name="textAreaBottom" fmla="*/ 105480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932;p22"/>
              <p:cNvSpPr/>
              <p:nvPr/>
            </p:nvSpPr>
            <p:spPr>
              <a:xfrm rot="5400000">
                <a:off x="9225720" y="462816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933;p22"/>
              <p:cNvSpPr/>
              <p:nvPr/>
            </p:nvSpPr>
            <p:spPr>
              <a:xfrm rot="5400000">
                <a:off x="8989920" y="466236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934;p22"/>
              <p:cNvSpPr/>
              <p:nvPr/>
            </p:nvSpPr>
            <p:spPr>
              <a:xfrm rot="5400000">
                <a:off x="8785800" y="473004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935;p22"/>
              <p:cNvSpPr/>
              <p:nvPr/>
            </p:nvSpPr>
            <p:spPr>
              <a:xfrm rot="5400000">
                <a:off x="8608320" y="482364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0 h 1778760"/>
                  <a:gd name="textAreaBottom" fmla="*/ 177912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936;p22"/>
              <p:cNvSpPr/>
              <p:nvPr/>
            </p:nvSpPr>
            <p:spPr>
              <a:xfrm rot="5400000">
                <a:off x="8424000" y="4908960"/>
                <a:ext cx="1845720" cy="1851840"/>
              </a:xfrm>
              <a:custGeom>
                <a:avLst/>
                <a:gdLst>
                  <a:gd name="textAreaLeft" fmla="*/ 0 w 1845720"/>
                  <a:gd name="textAreaRight" fmla="*/ 1846080 w 1845720"/>
                  <a:gd name="textAreaTop" fmla="*/ 0 h 1851840"/>
                  <a:gd name="textAreaBottom" fmla="*/ 1852200 h 18518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937;p22"/>
              <p:cNvSpPr/>
              <p:nvPr/>
            </p:nvSpPr>
            <p:spPr>
              <a:xfrm rot="5400000">
                <a:off x="8291880" y="5048280"/>
                <a:ext cx="1855440" cy="1836720"/>
              </a:xfrm>
              <a:custGeom>
                <a:avLst/>
                <a:gdLst>
                  <a:gd name="textAreaLeft" fmla="*/ 0 w 1855440"/>
                  <a:gd name="textAreaRight" fmla="*/ 1855800 w 1855440"/>
                  <a:gd name="textAreaTop" fmla="*/ 0 h 1836720"/>
                  <a:gd name="textAreaBottom" fmla="*/ 1837080 h 183672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938;p22"/>
              <p:cNvSpPr/>
              <p:nvPr/>
            </p:nvSpPr>
            <p:spPr>
              <a:xfrm rot="5400000">
                <a:off x="8178840" y="5205600"/>
                <a:ext cx="1805760" cy="1799640"/>
              </a:xfrm>
              <a:custGeom>
                <a:avLst/>
                <a:gdLst>
                  <a:gd name="textAreaLeft" fmla="*/ 0 w 1805760"/>
                  <a:gd name="textAreaRight" fmla="*/ 1806120 w 1805760"/>
                  <a:gd name="textAreaTop" fmla="*/ 0 h 1799640"/>
                  <a:gd name="textAreaBottom" fmla="*/ 1800000 h 179964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939;p22"/>
              <p:cNvSpPr/>
              <p:nvPr/>
            </p:nvSpPr>
            <p:spPr>
              <a:xfrm rot="5400000">
                <a:off x="8109000" y="540576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940;p22"/>
              <p:cNvSpPr/>
              <p:nvPr/>
            </p:nvSpPr>
            <p:spPr>
              <a:xfrm rot="5400000">
                <a:off x="8041320" y="560952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941;p22"/>
              <p:cNvSpPr/>
              <p:nvPr/>
            </p:nvSpPr>
            <p:spPr>
              <a:xfrm rot="5400000">
                <a:off x="8007840" y="584568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942;p22"/>
              <p:cNvSpPr/>
              <p:nvPr/>
            </p:nvSpPr>
            <p:spPr>
              <a:xfrm rot="5400000">
                <a:off x="8022960" y="613224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5880"/>
                  <a:gd name="textAreaBottom" fmla="*/ 105624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943;p22"/>
              <p:cNvSpPr/>
              <p:nvPr/>
            </p:nvSpPr>
            <p:spPr>
              <a:xfrm rot="5400000">
                <a:off x="8171280" y="655056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3" name="Google Shape;944;p22"/>
          <p:cNvGrpSpPr/>
          <p:nvPr/>
        </p:nvGrpSpPr>
        <p:grpSpPr>
          <a:xfrm>
            <a:off x="7500240" y="-1866240"/>
            <a:ext cx="2576880" cy="2638440"/>
            <a:chOff x="7500240" y="-1866240"/>
            <a:chExt cx="2576880" cy="2638440"/>
          </a:xfrm>
        </p:grpSpPr>
        <p:sp>
          <p:nvSpPr>
            <p:cNvPr id="74" name="Google Shape;945;p22"/>
            <p:cNvSpPr/>
            <p:nvPr/>
          </p:nvSpPr>
          <p:spPr>
            <a:xfrm rot="10800000">
              <a:off x="8172000" y="-979200"/>
              <a:ext cx="1751400" cy="17514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5" name="Google Shape;946;p22"/>
            <p:cNvGrpSpPr/>
            <p:nvPr/>
          </p:nvGrpSpPr>
          <p:grpSpPr>
            <a:xfrm>
              <a:off x="7500240" y="-1866240"/>
              <a:ext cx="2576880" cy="2575440"/>
              <a:chOff x="7500240" y="-1866240"/>
              <a:chExt cx="2576880" cy="2575440"/>
            </a:xfrm>
          </p:grpSpPr>
          <p:sp>
            <p:nvSpPr>
              <p:cNvPr id="76" name="Google Shape;947;p22"/>
              <p:cNvSpPr/>
              <p:nvPr/>
            </p:nvSpPr>
            <p:spPr>
              <a:xfrm rot="5400000" flipV="1">
                <a:off x="7663680" y="-170316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360 h 489240"/>
                  <a:gd name="textAreaBottom" fmla="*/ 48996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" name="Google Shape;948;p22"/>
              <p:cNvSpPr/>
              <p:nvPr/>
            </p:nvSpPr>
            <p:spPr>
              <a:xfrm rot="5400000" flipV="1">
                <a:off x="7516800" y="-185004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360 h 1054440"/>
                  <a:gd name="textAreaBottom" fmla="*/ 105516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949;p22"/>
              <p:cNvSpPr/>
              <p:nvPr/>
            </p:nvSpPr>
            <p:spPr>
              <a:xfrm rot="5400000" flipV="1">
                <a:off x="7500960" y="-186732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360 h 1359000"/>
                  <a:gd name="textAreaBottom" fmla="*/ 135972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" name="Google Shape;950;p22"/>
              <p:cNvSpPr/>
              <p:nvPr/>
            </p:nvSpPr>
            <p:spPr>
              <a:xfrm rot="5400000" flipV="1">
                <a:off x="7535520" y="-183240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-360 h 1560240"/>
                  <a:gd name="textAreaBottom" fmla="*/ 156024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" name="Google Shape;951;p22"/>
              <p:cNvSpPr/>
              <p:nvPr/>
            </p:nvSpPr>
            <p:spPr>
              <a:xfrm rot="5400000" flipV="1">
                <a:off x="7603200" y="-176544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360 h 1696680"/>
                  <a:gd name="textAreaBottom" fmla="*/ 169740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" name="Google Shape;952;p22"/>
              <p:cNvSpPr/>
              <p:nvPr/>
            </p:nvSpPr>
            <p:spPr>
              <a:xfrm rot="5400000" flipV="1">
                <a:off x="7695720" y="-167076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360 h 1778760"/>
                  <a:gd name="textAreaBottom" fmla="*/ 177948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" name="Google Shape;953;p22"/>
              <p:cNvSpPr/>
              <p:nvPr/>
            </p:nvSpPr>
            <p:spPr>
              <a:xfrm rot="5400000" flipV="1">
                <a:off x="7809120" y="-1603080"/>
                <a:ext cx="1869120" cy="1864440"/>
              </a:xfrm>
              <a:custGeom>
                <a:avLst/>
                <a:gdLst>
                  <a:gd name="textAreaLeft" fmla="*/ 0 w 1869120"/>
                  <a:gd name="textAreaRight" fmla="*/ 1869480 w 1869120"/>
                  <a:gd name="textAreaTop" fmla="*/ 360 h 1864440"/>
                  <a:gd name="textAreaBottom" fmla="*/ 1865160 h 18644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954;p22"/>
              <p:cNvSpPr/>
              <p:nvPr/>
            </p:nvSpPr>
            <p:spPr>
              <a:xfrm rot="5400000" flipV="1">
                <a:off x="7957440" y="-1423800"/>
                <a:ext cx="1811880" cy="1833480"/>
              </a:xfrm>
              <a:custGeom>
                <a:avLst/>
                <a:gdLst>
                  <a:gd name="textAreaLeft" fmla="*/ 0 w 1811880"/>
                  <a:gd name="textAreaRight" fmla="*/ 1812240 w 1811880"/>
                  <a:gd name="textAreaTop" fmla="*/ 360 h 1833480"/>
                  <a:gd name="textAreaBottom" fmla="*/ 1834200 h 183348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955;p22"/>
              <p:cNvSpPr/>
              <p:nvPr/>
            </p:nvSpPr>
            <p:spPr>
              <a:xfrm rot="5400000" flipV="1">
                <a:off x="8127000" y="-1274040"/>
                <a:ext cx="1762200" cy="1811160"/>
              </a:xfrm>
              <a:custGeom>
                <a:avLst/>
                <a:gdLst>
                  <a:gd name="textAreaLeft" fmla="*/ 0 w 1762200"/>
                  <a:gd name="textAreaRight" fmla="*/ 1762560 w 1762200"/>
                  <a:gd name="textAreaTop" fmla="*/ 360 h 1811160"/>
                  <a:gd name="textAreaBottom" fmla="*/ 1811880 h 181116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956;p22"/>
              <p:cNvSpPr/>
              <p:nvPr/>
            </p:nvSpPr>
            <p:spPr>
              <a:xfrm rot="5400000" flipV="1">
                <a:off x="8278560" y="-109008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360 h 1696680"/>
                  <a:gd name="textAreaBottom" fmla="*/ 169740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957;p22"/>
              <p:cNvSpPr/>
              <p:nvPr/>
            </p:nvSpPr>
            <p:spPr>
              <a:xfrm rot="5400000" flipV="1">
                <a:off x="8482680" y="-88524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-360 h 1560240"/>
                  <a:gd name="textAreaBottom" fmla="*/ 156024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958;p22"/>
              <p:cNvSpPr/>
              <p:nvPr/>
            </p:nvSpPr>
            <p:spPr>
              <a:xfrm rot="5400000" flipV="1">
                <a:off x="8718840" y="-64944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-360 h 1359000"/>
                  <a:gd name="textAreaBottom" fmla="*/ 135900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959;p22"/>
              <p:cNvSpPr/>
              <p:nvPr/>
            </p:nvSpPr>
            <p:spPr>
              <a:xfrm rot="5400000" flipV="1">
                <a:off x="9005400" y="-36324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5880"/>
                  <a:gd name="textAreaBottom" fmla="*/ 105588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960;p22"/>
              <p:cNvSpPr/>
              <p:nvPr/>
            </p:nvSpPr>
            <p:spPr>
              <a:xfrm rot="5400000" flipV="1">
                <a:off x="9423720" y="5544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90" name="Google Shape;961;p22"/>
          <p:cNvGrpSpPr/>
          <p:nvPr/>
        </p:nvGrpSpPr>
        <p:grpSpPr>
          <a:xfrm>
            <a:off x="-933120" y="-1866600"/>
            <a:ext cx="2576880" cy="2638080"/>
            <a:chOff x="-933120" y="-1866600"/>
            <a:chExt cx="2576880" cy="2638080"/>
          </a:xfrm>
        </p:grpSpPr>
        <p:sp>
          <p:nvSpPr>
            <p:cNvPr id="91" name="Google Shape;962;p22"/>
            <p:cNvSpPr/>
            <p:nvPr/>
          </p:nvSpPr>
          <p:spPr>
            <a:xfrm flipV="1">
              <a:off x="-779040" y="-980280"/>
              <a:ext cx="1751400" cy="17514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2" name="Google Shape;963;p22"/>
            <p:cNvGrpSpPr/>
            <p:nvPr/>
          </p:nvGrpSpPr>
          <p:grpSpPr>
            <a:xfrm>
              <a:off x="-933120" y="-1866600"/>
              <a:ext cx="2576880" cy="2575440"/>
              <a:chOff x="-933120" y="-1866600"/>
              <a:chExt cx="2576880" cy="2575440"/>
            </a:xfrm>
          </p:grpSpPr>
          <p:sp>
            <p:nvSpPr>
              <p:cNvPr id="93" name="Google Shape;964;p22"/>
              <p:cNvSpPr/>
              <p:nvPr/>
            </p:nvSpPr>
            <p:spPr>
              <a:xfrm rot="5400000">
                <a:off x="989640" y="-170280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965;p22"/>
              <p:cNvSpPr/>
              <p:nvPr/>
            </p:nvSpPr>
            <p:spPr>
              <a:xfrm rot="5400000">
                <a:off x="571320" y="-184968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4440"/>
                  <a:gd name="textAreaBottom" fmla="*/ 105480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966;p22"/>
              <p:cNvSpPr/>
              <p:nvPr/>
            </p:nvSpPr>
            <p:spPr>
              <a:xfrm rot="5400000">
                <a:off x="285120" y="-186732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967;p22"/>
              <p:cNvSpPr/>
              <p:nvPr/>
            </p:nvSpPr>
            <p:spPr>
              <a:xfrm rot="5400000">
                <a:off x="49680" y="-183276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968;p22"/>
              <p:cNvSpPr/>
              <p:nvPr/>
            </p:nvSpPr>
            <p:spPr>
              <a:xfrm rot="5400000">
                <a:off x="-154440" y="-176508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969;p22"/>
              <p:cNvSpPr/>
              <p:nvPr/>
            </p:nvSpPr>
            <p:spPr>
              <a:xfrm rot="5400000">
                <a:off x="-331560" y="-167112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0 h 1778760"/>
                  <a:gd name="textAreaBottom" fmla="*/ 177912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970;p22"/>
              <p:cNvSpPr/>
              <p:nvPr/>
            </p:nvSpPr>
            <p:spPr>
              <a:xfrm rot="5400000">
                <a:off x="-533880" y="-1603800"/>
                <a:ext cx="1869120" cy="1864440"/>
              </a:xfrm>
              <a:custGeom>
                <a:avLst/>
                <a:gdLst>
                  <a:gd name="textAreaLeft" fmla="*/ 0 w 1869120"/>
                  <a:gd name="textAreaRight" fmla="*/ 1869480 w 1869120"/>
                  <a:gd name="textAreaTop" fmla="*/ 0 h 1864440"/>
                  <a:gd name="textAreaBottom" fmla="*/ 1864800 h 18644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971;p22"/>
              <p:cNvSpPr/>
              <p:nvPr/>
            </p:nvSpPr>
            <p:spPr>
              <a:xfrm rot="5400000">
                <a:off x="-625320" y="-1423440"/>
                <a:ext cx="1811880" cy="1833480"/>
              </a:xfrm>
              <a:custGeom>
                <a:avLst/>
                <a:gdLst>
                  <a:gd name="textAreaLeft" fmla="*/ 0 w 1811880"/>
                  <a:gd name="textAreaRight" fmla="*/ 1812240 w 1811880"/>
                  <a:gd name="textAreaTop" fmla="*/ 0 h 1833480"/>
                  <a:gd name="textAreaBottom" fmla="*/ 1833840 h 183348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972;p22"/>
              <p:cNvSpPr/>
              <p:nvPr/>
            </p:nvSpPr>
            <p:spPr>
              <a:xfrm rot="5400000">
                <a:off x="-745200" y="-1273320"/>
                <a:ext cx="1762200" cy="1811160"/>
              </a:xfrm>
              <a:custGeom>
                <a:avLst/>
                <a:gdLst>
                  <a:gd name="textAreaLeft" fmla="*/ 0 w 1762200"/>
                  <a:gd name="textAreaRight" fmla="*/ 1762560 w 1762200"/>
                  <a:gd name="textAreaTop" fmla="*/ 0 h 1811160"/>
                  <a:gd name="textAreaBottom" fmla="*/ 1811520 h 181116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973;p22"/>
              <p:cNvSpPr/>
              <p:nvPr/>
            </p:nvSpPr>
            <p:spPr>
              <a:xfrm rot="5400000">
                <a:off x="-831240" y="-108936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974;p22"/>
              <p:cNvSpPr/>
              <p:nvPr/>
            </p:nvSpPr>
            <p:spPr>
              <a:xfrm rot="5400000">
                <a:off x="-898920" y="-88560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975;p22"/>
              <p:cNvSpPr/>
              <p:nvPr/>
            </p:nvSpPr>
            <p:spPr>
              <a:xfrm rot="5400000">
                <a:off x="-932400" y="-64944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976;p22"/>
              <p:cNvSpPr/>
              <p:nvPr/>
            </p:nvSpPr>
            <p:spPr>
              <a:xfrm rot="5400000">
                <a:off x="-917280" y="-36288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5880"/>
                  <a:gd name="textAreaBottom" fmla="*/ 105624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977;p22"/>
              <p:cNvSpPr/>
              <p:nvPr/>
            </p:nvSpPr>
            <p:spPr>
              <a:xfrm rot="5400000">
                <a:off x="-768960" y="5508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248720" y="567000"/>
            <a:ext cx="381492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9" name="Google Shape;1440;p32"/>
          <p:cNvSpPr/>
          <p:nvPr/>
        </p:nvSpPr>
        <p:spPr>
          <a:xfrm>
            <a:off x="4248720" y="3419640"/>
            <a:ext cx="381492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0" name="Google Shape;1441;p32"/>
          <p:cNvGrpSpPr/>
          <p:nvPr/>
        </p:nvGrpSpPr>
        <p:grpSpPr>
          <a:xfrm>
            <a:off x="-1211040" y="4493520"/>
            <a:ext cx="2727720" cy="2743920"/>
            <a:chOff x="-1211040" y="4493520"/>
            <a:chExt cx="2727720" cy="2743920"/>
          </a:xfrm>
        </p:grpSpPr>
        <p:sp>
          <p:nvSpPr>
            <p:cNvPr id="111" name="Google Shape;1442;p32"/>
            <p:cNvSpPr/>
            <p:nvPr/>
          </p:nvSpPr>
          <p:spPr>
            <a:xfrm rot="5400000" flipV="1">
              <a:off x="-1218240" y="4630320"/>
              <a:ext cx="2614320" cy="2599560"/>
            </a:xfrm>
            <a:prstGeom prst="ellipse">
              <a:avLst/>
            </a:prstGeom>
            <a:solidFill>
              <a:srgbClr val="FFFFFF">
                <a:alpha val="3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2" name="Google Shape;1443;p32"/>
            <p:cNvGrpSpPr/>
            <p:nvPr/>
          </p:nvGrpSpPr>
          <p:grpSpPr>
            <a:xfrm>
              <a:off x="-1058760" y="4493520"/>
              <a:ext cx="2575440" cy="2576880"/>
              <a:chOff x="-1058760" y="4493520"/>
              <a:chExt cx="2575440" cy="2576880"/>
            </a:xfrm>
          </p:grpSpPr>
          <p:sp>
            <p:nvSpPr>
              <p:cNvPr id="113" name="Google Shape;1444;p32"/>
              <p:cNvSpPr/>
              <p:nvPr/>
            </p:nvSpPr>
            <p:spPr>
              <a:xfrm rot="10800000">
                <a:off x="863280" y="641700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1445;p32"/>
              <p:cNvSpPr/>
              <p:nvPr/>
            </p:nvSpPr>
            <p:spPr>
              <a:xfrm rot="10800000">
                <a:off x="444960" y="599868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4440"/>
                  <a:gd name="textAreaBottom" fmla="*/ 105480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1446;p32"/>
              <p:cNvSpPr/>
              <p:nvPr/>
            </p:nvSpPr>
            <p:spPr>
              <a:xfrm rot="10800000">
                <a:off x="159120" y="571140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1447;p32"/>
              <p:cNvSpPr/>
              <p:nvPr/>
            </p:nvSpPr>
            <p:spPr>
              <a:xfrm rot="10800000">
                <a:off x="-76680" y="547560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1448;p32"/>
              <p:cNvSpPr/>
              <p:nvPr/>
            </p:nvSpPr>
            <p:spPr>
              <a:xfrm rot="10800000">
                <a:off x="-280440" y="527148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" name="Google Shape;1449;p32"/>
              <p:cNvSpPr/>
              <p:nvPr/>
            </p:nvSpPr>
            <p:spPr>
              <a:xfrm rot="10800000">
                <a:off x="-457920" y="509544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0 h 1778760"/>
                  <a:gd name="textAreaBottom" fmla="*/ 177912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" name="Google Shape;1450;p32"/>
              <p:cNvSpPr/>
              <p:nvPr/>
            </p:nvSpPr>
            <p:spPr>
              <a:xfrm rot="10800000">
                <a:off x="-612720" y="4907520"/>
                <a:ext cx="1845720" cy="1851840"/>
              </a:xfrm>
              <a:custGeom>
                <a:avLst/>
                <a:gdLst>
                  <a:gd name="textAreaLeft" fmla="*/ 0 w 1845720"/>
                  <a:gd name="textAreaRight" fmla="*/ 1846080 w 1845720"/>
                  <a:gd name="textAreaTop" fmla="*/ 0 h 1851840"/>
                  <a:gd name="textAreaBottom" fmla="*/ 1852200 h 18518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1451;p32"/>
              <p:cNvSpPr/>
              <p:nvPr/>
            </p:nvSpPr>
            <p:spPr>
              <a:xfrm rot="10800000">
                <a:off x="-749160" y="4787280"/>
                <a:ext cx="1855440" cy="1836720"/>
              </a:xfrm>
              <a:custGeom>
                <a:avLst/>
                <a:gdLst>
                  <a:gd name="textAreaLeft" fmla="*/ 0 w 1855440"/>
                  <a:gd name="textAreaRight" fmla="*/ 1855800 w 1855440"/>
                  <a:gd name="textAreaTop" fmla="*/ 0 h 1836720"/>
                  <a:gd name="textAreaBottom" fmla="*/ 1837080 h 183672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1452;p32"/>
              <p:cNvSpPr/>
              <p:nvPr/>
            </p:nvSpPr>
            <p:spPr>
              <a:xfrm rot="10800000">
                <a:off x="-862920" y="4668480"/>
                <a:ext cx="1805760" cy="1799640"/>
              </a:xfrm>
              <a:custGeom>
                <a:avLst/>
                <a:gdLst>
                  <a:gd name="textAreaLeft" fmla="*/ 0 w 1805760"/>
                  <a:gd name="textAreaRight" fmla="*/ 1806120 w 1805760"/>
                  <a:gd name="textAreaTop" fmla="*/ 0 h 1799640"/>
                  <a:gd name="textAreaBottom" fmla="*/ 1800000 h 179964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1453;p32"/>
              <p:cNvSpPr/>
              <p:nvPr/>
            </p:nvSpPr>
            <p:spPr>
              <a:xfrm rot="10800000">
                <a:off x="-956880" y="459540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1454;p32"/>
              <p:cNvSpPr/>
              <p:nvPr/>
            </p:nvSpPr>
            <p:spPr>
              <a:xfrm rot="10800000">
                <a:off x="-1024560" y="452772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1455;p32"/>
              <p:cNvSpPr/>
              <p:nvPr/>
            </p:nvSpPr>
            <p:spPr>
              <a:xfrm rot="10800000">
                <a:off x="-1058400" y="449352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1456;p32"/>
              <p:cNvSpPr/>
              <p:nvPr/>
            </p:nvSpPr>
            <p:spPr>
              <a:xfrm rot="10800000">
                <a:off x="-1042920" y="450936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5880"/>
                  <a:gd name="textAreaBottom" fmla="*/ 105624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1457;p32"/>
              <p:cNvSpPr/>
              <p:nvPr/>
            </p:nvSpPr>
            <p:spPr>
              <a:xfrm rot="10800000">
                <a:off x="-894600" y="465768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7" name="Google Shape;1458;p32"/>
          <p:cNvGrpSpPr/>
          <p:nvPr/>
        </p:nvGrpSpPr>
        <p:grpSpPr>
          <a:xfrm>
            <a:off x="8010720" y="-1933560"/>
            <a:ext cx="2727720" cy="2743920"/>
            <a:chOff x="8010720" y="-1933560"/>
            <a:chExt cx="2727720" cy="2743920"/>
          </a:xfrm>
        </p:grpSpPr>
        <p:sp>
          <p:nvSpPr>
            <p:cNvPr id="128" name="Google Shape;1459;p32"/>
            <p:cNvSpPr/>
            <p:nvPr/>
          </p:nvSpPr>
          <p:spPr>
            <a:xfrm rot="5400000" flipV="1">
              <a:off x="8003160" y="-1796400"/>
              <a:ext cx="2614320" cy="2599560"/>
            </a:xfrm>
            <a:prstGeom prst="ellipse">
              <a:avLst/>
            </a:prstGeom>
            <a:solidFill>
              <a:srgbClr val="FFFFFF">
                <a:alpha val="3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9" name="Google Shape;1460;p32"/>
            <p:cNvGrpSpPr/>
            <p:nvPr/>
          </p:nvGrpSpPr>
          <p:grpSpPr>
            <a:xfrm>
              <a:off x="8163360" y="-1933560"/>
              <a:ext cx="2575080" cy="2576880"/>
              <a:chOff x="8163360" y="-1933560"/>
              <a:chExt cx="2575080" cy="2576880"/>
            </a:xfrm>
          </p:grpSpPr>
          <p:sp>
            <p:nvSpPr>
              <p:cNvPr id="130" name="Google Shape;1461;p32"/>
              <p:cNvSpPr/>
              <p:nvPr/>
            </p:nvSpPr>
            <p:spPr>
              <a:xfrm rot="10800000">
                <a:off x="10085040" y="-1008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1462;p32"/>
              <p:cNvSpPr/>
              <p:nvPr/>
            </p:nvSpPr>
            <p:spPr>
              <a:xfrm rot="10800000">
                <a:off x="9666720" y="-42840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4440"/>
                  <a:gd name="textAreaBottom" fmla="*/ 105480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1463;p32"/>
              <p:cNvSpPr/>
              <p:nvPr/>
            </p:nvSpPr>
            <p:spPr>
              <a:xfrm rot="10800000">
                <a:off x="9380880" y="-71568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1464;p32"/>
              <p:cNvSpPr/>
              <p:nvPr/>
            </p:nvSpPr>
            <p:spPr>
              <a:xfrm rot="10800000">
                <a:off x="9145440" y="-95148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1465;p32"/>
              <p:cNvSpPr/>
              <p:nvPr/>
            </p:nvSpPr>
            <p:spPr>
              <a:xfrm rot="10800000">
                <a:off x="8941320" y="-115524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1466;p32"/>
              <p:cNvSpPr/>
              <p:nvPr/>
            </p:nvSpPr>
            <p:spPr>
              <a:xfrm rot="10800000">
                <a:off x="8764200" y="-133128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0 h 1778760"/>
                  <a:gd name="textAreaBottom" fmla="*/ 177912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1467;p32"/>
              <p:cNvSpPr/>
              <p:nvPr/>
            </p:nvSpPr>
            <p:spPr>
              <a:xfrm rot="10800000">
                <a:off x="8609400" y="-1519560"/>
                <a:ext cx="1845720" cy="1851840"/>
              </a:xfrm>
              <a:custGeom>
                <a:avLst/>
                <a:gdLst>
                  <a:gd name="textAreaLeft" fmla="*/ 0 w 1845720"/>
                  <a:gd name="textAreaRight" fmla="*/ 1846080 w 1845720"/>
                  <a:gd name="textAreaTop" fmla="*/ 0 h 1851840"/>
                  <a:gd name="textAreaBottom" fmla="*/ 1852200 h 18518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1468;p32"/>
              <p:cNvSpPr/>
              <p:nvPr/>
            </p:nvSpPr>
            <p:spPr>
              <a:xfrm rot="10800000">
                <a:off x="8472960" y="-1639440"/>
                <a:ext cx="1855440" cy="1836720"/>
              </a:xfrm>
              <a:custGeom>
                <a:avLst/>
                <a:gdLst>
                  <a:gd name="textAreaLeft" fmla="*/ 0 w 1855440"/>
                  <a:gd name="textAreaRight" fmla="*/ 1855800 w 1855440"/>
                  <a:gd name="textAreaTop" fmla="*/ 0 h 1836720"/>
                  <a:gd name="textAreaBottom" fmla="*/ 1837080 h 183672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" name="Google Shape;1469;p32"/>
              <p:cNvSpPr/>
              <p:nvPr/>
            </p:nvSpPr>
            <p:spPr>
              <a:xfrm rot="10800000">
                <a:off x="8358840" y="-1758600"/>
                <a:ext cx="1805760" cy="1799640"/>
              </a:xfrm>
              <a:custGeom>
                <a:avLst/>
                <a:gdLst>
                  <a:gd name="textAreaLeft" fmla="*/ 0 w 1805760"/>
                  <a:gd name="textAreaRight" fmla="*/ 1806120 w 1805760"/>
                  <a:gd name="textAreaTop" fmla="*/ 0 h 1799640"/>
                  <a:gd name="textAreaBottom" fmla="*/ 1800000 h 179964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1470;p32"/>
              <p:cNvSpPr/>
              <p:nvPr/>
            </p:nvSpPr>
            <p:spPr>
              <a:xfrm rot="10800000">
                <a:off x="8264880" y="-183168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1471;p32"/>
              <p:cNvSpPr/>
              <p:nvPr/>
            </p:nvSpPr>
            <p:spPr>
              <a:xfrm rot="10800000">
                <a:off x="8197560" y="-189900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1472;p32"/>
              <p:cNvSpPr/>
              <p:nvPr/>
            </p:nvSpPr>
            <p:spPr>
              <a:xfrm rot="10800000">
                <a:off x="8163360" y="-193356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1473;p32"/>
              <p:cNvSpPr/>
              <p:nvPr/>
            </p:nvSpPr>
            <p:spPr>
              <a:xfrm rot="10800000">
                <a:off x="8178840" y="-191772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5880"/>
                  <a:gd name="textAreaBottom" fmla="*/ 105624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3" name="Google Shape;1474;p32"/>
              <p:cNvSpPr/>
              <p:nvPr/>
            </p:nvSpPr>
            <p:spPr>
              <a:xfrm rot="10800000">
                <a:off x="8327520" y="-176940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4" name="Google Shape;1475;p32"/>
          <p:cNvGrpSpPr/>
          <p:nvPr/>
        </p:nvGrpSpPr>
        <p:grpSpPr>
          <a:xfrm>
            <a:off x="-889560" y="-1952280"/>
            <a:ext cx="2576520" cy="2637720"/>
            <a:chOff x="-889560" y="-1952280"/>
            <a:chExt cx="2576520" cy="2637720"/>
          </a:xfrm>
        </p:grpSpPr>
        <p:sp>
          <p:nvSpPr>
            <p:cNvPr id="145" name="Google Shape;1476;p32"/>
            <p:cNvSpPr/>
            <p:nvPr/>
          </p:nvSpPr>
          <p:spPr>
            <a:xfrm flipV="1">
              <a:off x="-735840" y="-1066320"/>
              <a:ext cx="1751400" cy="17514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6" name="Google Shape;1477;p32"/>
            <p:cNvGrpSpPr/>
            <p:nvPr/>
          </p:nvGrpSpPr>
          <p:grpSpPr>
            <a:xfrm>
              <a:off x="-889560" y="-1952280"/>
              <a:ext cx="2576520" cy="2575080"/>
              <a:chOff x="-889560" y="-1952280"/>
              <a:chExt cx="2576520" cy="2575080"/>
            </a:xfrm>
          </p:grpSpPr>
          <p:sp>
            <p:nvSpPr>
              <p:cNvPr id="147" name="Google Shape;1478;p32"/>
              <p:cNvSpPr/>
              <p:nvPr/>
            </p:nvSpPr>
            <p:spPr>
              <a:xfrm rot="5400000">
                <a:off x="1032840" y="-178884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1479;p32"/>
              <p:cNvSpPr/>
              <p:nvPr/>
            </p:nvSpPr>
            <p:spPr>
              <a:xfrm rot="5400000">
                <a:off x="614880" y="-193572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4440"/>
                  <a:gd name="textAreaBottom" fmla="*/ 105480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1480;p32"/>
              <p:cNvSpPr/>
              <p:nvPr/>
            </p:nvSpPr>
            <p:spPr>
              <a:xfrm rot="5400000">
                <a:off x="328320" y="-195300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1481;p32"/>
              <p:cNvSpPr/>
              <p:nvPr/>
            </p:nvSpPr>
            <p:spPr>
              <a:xfrm rot="5400000">
                <a:off x="93240" y="-191880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" name="Google Shape;1482;p32"/>
              <p:cNvSpPr/>
              <p:nvPr/>
            </p:nvSpPr>
            <p:spPr>
              <a:xfrm rot="5400000">
                <a:off x="-110880" y="-185112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" name="Google Shape;1483;p32"/>
              <p:cNvSpPr/>
              <p:nvPr/>
            </p:nvSpPr>
            <p:spPr>
              <a:xfrm rot="5400000">
                <a:off x="-288000" y="-175716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0 h 1778760"/>
                  <a:gd name="textAreaBottom" fmla="*/ 177912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" name="Google Shape;1484;p32"/>
              <p:cNvSpPr/>
              <p:nvPr/>
            </p:nvSpPr>
            <p:spPr>
              <a:xfrm rot="5400000">
                <a:off x="-490680" y="-1689840"/>
                <a:ext cx="1869120" cy="1864440"/>
              </a:xfrm>
              <a:custGeom>
                <a:avLst/>
                <a:gdLst>
                  <a:gd name="textAreaLeft" fmla="*/ 0 w 1869120"/>
                  <a:gd name="textAreaRight" fmla="*/ 1869480 w 1869120"/>
                  <a:gd name="textAreaTop" fmla="*/ 0 h 1864440"/>
                  <a:gd name="textAreaBottom" fmla="*/ 1864800 h 186444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" name="Google Shape;1485;p32"/>
              <p:cNvSpPr/>
              <p:nvPr/>
            </p:nvSpPr>
            <p:spPr>
              <a:xfrm rot="5400000">
                <a:off x="-581760" y="-1509480"/>
                <a:ext cx="1811880" cy="1833480"/>
              </a:xfrm>
              <a:custGeom>
                <a:avLst/>
                <a:gdLst>
                  <a:gd name="textAreaLeft" fmla="*/ 0 w 1811880"/>
                  <a:gd name="textAreaRight" fmla="*/ 1812240 w 1811880"/>
                  <a:gd name="textAreaTop" fmla="*/ 0 h 1833480"/>
                  <a:gd name="textAreaBottom" fmla="*/ 1833840 h 183348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" name="Google Shape;1486;p32"/>
              <p:cNvSpPr/>
              <p:nvPr/>
            </p:nvSpPr>
            <p:spPr>
              <a:xfrm rot="5400000">
                <a:off x="-702000" y="-1359360"/>
                <a:ext cx="1762200" cy="1811160"/>
              </a:xfrm>
              <a:custGeom>
                <a:avLst/>
                <a:gdLst>
                  <a:gd name="textAreaLeft" fmla="*/ 0 w 1762200"/>
                  <a:gd name="textAreaRight" fmla="*/ 1762560 w 1762200"/>
                  <a:gd name="textAreaTop" fmla="*/ 0 h 1811160"/>
                  <a:gd name="textAreaBottom" fmla="*/ 1811520 h 181116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" name="Google Shape;1487;p32"/>
              <p:cNvSpPr/>
              <p:nvPr/>
            </p:nvSpPr>
            <p:spPr>
              <a:xfrm rot="5400000">
                <a:off x="-788040" y="-117540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0 h 1696680"/>
                  <a:gd name="textAreaBottom" fmla="*/ 169704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" name="Google Shape;1488;p32"/>
              <p:cNvSpPr/>
              <p:nvPr/>
            </p:nvSpPr>
            <p:spPr>
              <a:xfrm rot="5400000">
                <a:off x="-855360" y="-97164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0 h 1560240"/>
                  <a:gd name="textAreaBottom" fmla="*/ 156060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1489;p32"/>
              <p:cNvSpPr/>
              <p:nvPr/>
            </p:nvSpPr>
            <p:spPr>
              <a:xfrm rot="5400000">
                <a:off x="-888840" y="-73548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0 h 1359000"/>
                  <a:gd name="textAreaBottom" fmla="*/ 135936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9" name="Google Shape;1490;p32"/>
              <p:cNvSpPr/>
              <p:nvPr/>
            </p:nvSpPr>
            <p:spPr>
              <a:xfrm rot="5400000">
                <a:off x="-873720" y="-44892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0 h 1055880"/>
                  <a:gd name="textAreaBottom" fmla="*/ 105624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0" name="Google Shape;1491;p32"/>
              <p:cNvSpPr/>
              <p:nvPr/>
            </p:nvSpPr>
            <p:spPr>
              <a:xfrm rot="5400000">
                <a:off x="-725400" y="-3060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13160" y="520920"/>
            <a:ext cx="7717320" cy="70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62" name="Google Shape;195;p6"/>
          <p:cNvGrpSpPr/>
          <p:nvPr/>
        </p:nvGrpSpPr>
        <p:grpSpPr>
          <a:xfrm>
            <a:off x="7926840" y="-1940040"/>
            <a:ext cx="2576520" cy="2638440"/>
            <a:chOff x="7926840" y="-1940040"/>
            <a:chExt cx="2576520" cy="2638440"/>
          </a:xfrm>
        </p:grpSpPr>
        <p:sp>
          <p:nvSpPr>
            <p:cNvPr id="163" name="Google Shape;196;p6"/>
            <p:cNvSpPr/>
            <p:nvPr/>
          </p:nvSpPr>
          <p:spPr>
            <a:xfrm rot="10800000">
              <a:off x="8598600" y="-1053000"/>
              <a:ext cx="1751400" cy="17514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4" name="Google Shape;197;p6"/>
            <p:cNvGrpSpPr/>
            <p:nvPr/>
          </p:nvGrpSpPr>
          <p:grpSpPr>
            <a:xfrm>
              <a:off x="7926840" y="-1940040"/>
              <a:ext cx="2576520" cy="2575080"/>
              <a:chOff x="7926840" y="-1940040"/>
              <a:chExt cx="2576520" cy="2575080"/>
            </a:xfrm>
          </p:grpSpPr>
          <p:sp>
            <p:nvSpPr>
              <p:cNvPr id="165" name="Google Shape;198;p6"/>
              <p:cNvSpPr/>
              <p:nvPr/>
            </p:nvSpPr>
            <p:spPr>
              <a:xfrm rot="5400000" flipV="1">
                <a:off x="8090280" y="-177696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360 h 489240"/>
                  <a:gd name="textAreaBottom" fmla="*/ 48996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199;p6"/>
              <p:cNvSpPr/>
              <p:nvPr/>
            </p:nvSpPr>
            <p:spPr>
              <a:xfrm rot="5400000" flipV="1">
                <a:off x="7943400" y="-192384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360 h 1054440"/>
                  <a:gd name="textAreaBottom" fmla="*/ 105516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" name="Google Shape;200;p6"/>
              <p:cNvSpPr/>
              <p:nvPr/>
            </p:nvSpPr>
            <p:spPr>
              <a:xfrm rot="5400000" flipV="1">
                <a:off x="7927560" y="-194112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360 h 1359000"/>
                  <a:gd name="textAreaBottom" fmla="*/ 135972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201;p6"/>
              <p:cNvSpPr/>
              <p:nvPr/>
            </p:nvSpPr>
            <p:spPr>
              <a:xfrm rot="5400000" flipV="1">
                <a:off x="7962120" y="-190620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-360 h 1560240"/>
                  <a:gd name="textAreaBottom" fmla="*/ 156024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202;p6"/>
              <p:cNvSpPr/>
              <p:nvPr/>
            </p:nvSpPr>
            <p:spPr>
              <a:xfrm rot="5400000" flipV="1">
                <a:off x="8029440" y="-183960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360 h 1696680"/>
                  <a:gd name="textAreaBottom" fmla="*/ 169740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203;p6"/>
              <p:cNvSpPr/>
              <p:nvPr/>
            </p:nvSpPr>
            <p:spPr>
              <a:xfrm rot="5400000" flipV="1">
                <a:off x="8121960" y="-174456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360 h 1778760"/>
                  <a:gd name="textAreaBottom" fmla="*/ 177948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204;p6"/>
              <p:cNvSpPr/>
              <p:nvPr/>
            </p:nvSpPr>
            <p:spPr>
              <a:xfrm rot="5400000" flipV="1">
                <a:off x="8250840" y="-1695240"/>
                <a:ext cx="1870920" cy="1897200"/>
              </a:xfrm>
              <a:custGeom>
                <a:avLst/>
                <a:gdLst>
                  <a:gd name="textAreaLeft" fmla="*/ 0 w 1870920"/>
                  <a:gd name="textAreaRight" fmla="*/ 1871280 w 1870920"/>
                  <a:gd name="textAreaTop" fmla="*/ -360 h 1897200"/>
                  <a:gd name="textAreaBottom" fmla="*/ 1897200 h 189720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2" name="Google Shape;205;p6"/>
              <p:cNvSpPr/>
              <p:nvPr/>
            </p:nvSpPr>
            <p:spPr>
              <a:xfrm rot="5400000" flipV="1">
                <a:off x="8376480" y="-1581840"/>
                <a:ext cx="1903320" cy="1910880"/>
              </a:xfrm>
              <a:custGeom>
                <a:avLst/>
                <a:gdLst>
                  <a:gd name="textAreaLeft" fmla="*/ 0 w 1903320"/>
                  <a:gd name="textAreaRight" fmla="*/ 1903680 w 1903320"/>
                  <a:gd name="textAreaTop" fmla="*/ -360 h 1910880"/>
                  <a:gd name="textAreaBottom" fmla="*/ 1910880 h 191088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206;p6"/>
              <p:cNvSpPr/>
              <p:nvPr/>
            </p:nvSpPr>
            <p:spPr>
              <a:xfrm rot="5400000" flipV="1">
                <a:off x="8516880" y="-1401480"/>
                <a:ext cx="1853280" cy="1828800"/>
              </a:xfrm>
              <a:custGeom>
                <a:avLst/>
                <a:gdLst>
                  <a:gd name="textAreaLeft" fmla="*/ 0 w 1853280"/>
                  <a:gd name="textAreaRight" fmla="*/ 1853640 w 1853280"/>
                  <a:gd name="textAreaTop" fmla="*/ -360 h 1828800"/>
                  <a:gd name="textAreaBottom" fmla="*/ 1828800 h 182880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207;p6"/>
              <p:cNvSpPr/>
              <p:nvPr/>
            </p:nvSpPr>
            <p:spPr>
              <a:xfrm rot="5400000" flipV="1">
                <a:off x="8705160" y="-116388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360 h 1696680"/>
                  <a:gd name="textAreaBottom" fmla="*/ 169740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208;p6"/>
              <p:cNvSpPr/>
              <p:nvPr/>
            </p:nvSpPr>
            <p:spPr>
              <a:xfrm rot="5400000" flipV="1">
                <a:off x="8908920" y="-95904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-360 h 1560240"/>
                  <a:gd name="textAreaBottom" fmla="*/ 156024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6" name="Google Shape;209;p6"/>
              <p:cNvSpPr/>
              <p:nvPr/>
            </p:nvSpPr>
            <p:spPr>
              <a:xfrm rot="5400000" flipV="1">
                <a:off x="9145080" y="-72360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360 h 1359000"/>
                  <a:gd name="textAreaBottom" fmla="*/ 135972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210;p6"/>
              <p:cNvSpPr/>
              <p:nvPr/>
            </p:nvSpPr>
            <p:spPr>
              <a:xfrm rot="5400000" flipV="1">
                <a:off x="9431640" y="-43704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5880"/>
                  <a:gd name="textAreaBottom" fmla="*/ 105588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211;p6"/>
              <p:cNvSpPr/>
              <p:nvPr/>
            </p:nvSpPr>
            <p:spPr>
              <a:xfrm rot="5400000" flipV="1">
                <a:off x="9849960" y="-1872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8C7B23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9" name="Google Shape;212;p6"/>
          <p:cNvGrpSpPr/>
          <p:nvPr/>
        </p:nvGrpSpPr>
        <p:grpSpPr>
          <a:xfrm>
            <a:off x="-1338840" y="4341240"/>
            <a:ext cx="2750040" cy="2741400"/>
            <a:chOff x="-1338840" y="4341240"/>
            <a:chExt cx="2750040" cy="2741400"/>
          </a:xfrm>
        </p:grpSpPr>
        <p:sp>
          <p:nvSpPr>
            <p:cNvPr id="180" name="Google Shape;213;p6"/>
            <p:cNvSpPr/>
            <p:nvPr/>
          </p:nvSpPr>
          <p:spPr>
            <a:xfrm>
              <a:off x="-1240920" y="4341240"/>
              <a:ext cx="2652120" cy="2637000"/>
            </a:xfrm>
            <a:prstGeom prst="ellipse">
              <a:avLst/>
            </a:prstGeom>
            <a:solidFill>
              <a:srgbClr val="FFFFFF">
                <a:alpha val="36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81" name="Google Shape;214;p6"/>
            <p:cNvGrpSpPr/>
            <p:nvPr/>
          </p:nvGrpSpPr>
          <p:grpSpPr>
            <a:xfrm>
              <a:off x="-1338840" y="4507200"/>
              <a:ext cx="2576880" cy="2575440"/>
              <a:chOff x="-1338840" y="4507200"/>
              <a:chExt cx="2576880" cy="2575440"/>
            </a:xfrm>
          </p:grpSpPr>
          <p:sp>
            <p:nvSpPr>
              <p:cNvPr id="182" name="Google Shape;215;p6"/>
              <p:cNvSpPr/>
              <p:nvPr/>
            </p:nvSpPr>
            <p:spPr>
              <a:xfrm rot="5400000" flipV="1">
                <a:off x="-1175400" y="4670280"/>
                <a:ext cx="490680" cy="489240"/>
              </a:xfrm>
              <a:custGeom>
                <a:avLst/>
                <a:gdLst>
                  <a:gd name="textAreaLeft" fmla="*/ 0 w 490680"/>
                  <a:gd name="textAreaRight" fmla="*/ 491040 w 49068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66" h="12033" fill="none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3" name="Google Shape;216;p6"/>
              <p:cNvSpPr/>
              <p:nvPr/>
            </p:nvSpPr>
            <p:spPr>
              <a:xfrm rot="5400000" flipV="1">
                <a:off x="-1322280" y="4523400"/>
                <a:ext cx="1055880" cy="105444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4440"/>
                  <a:gd name="textAreaBottom" fmla="*/ 1054440 h 1054440"/>
                </a:gdLst>
                <a:ahLst/>
                <a:cxnLst/>
                <a:rect l="textAreaLeft" t="textAreaTop" r="textAreaRight" b="textAreaBottom"/>
                <a:pathLst>
                  <a:path w="25952" h="25919" fill="none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4" name="Google Shape;217;p6"/>
              <p:cNvSpPr/>
              <p:nvPr/>
            </p:nvSpPr>
            <p:spPr>
              <a:xfrm rot="5400000" flipV="1">
                <a:off x="-1338120" y="450612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-360 h 1359000"/>
                  <a:gd name="textAreaBottom" fmla="*/ 135900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5" name="Google Shape;218;p6"/>
              <p:cNvSpPr/>
              <p:nvPr/>
            </p:nvSpPr>
            <p:spPr>
              <a:xfrm rot="5400000" flipV="1">
                <a:off x="-1303560" y="4541400"/>
                <a:ext cx="1558800" cy="1560240"/>
              </a:xfrm>
              <a:custGeom>
                <a:avLst/>
                <a:gdLst>
                  <a:gd name="textAreaLeft" fmla="*/ 0 w 1558800"/>
                  <a:gd name="textAreaRight" fmla="*/ 1559160 w 1558800"/>
                  <a:gd name="textAreaTop" fmla="*/ 360 h 1560240"/>
                  <a:gd name="textAreaBottom" fmla="*/ 1560960 h 1560240"/>
                </a:gdLst>
                <a:ahLst/>
                <a:cxnLst/>
                <a:rect l="textAreaLeft" t="textAreaTop" r="textAreaRight" b="textAreaBottom"/>
                <a:pathLst>
                  <a:path w="38309" h="38341" fill="none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219;p6"/>
              <p:cNvSpPr/>
              <p:nvPr/>
            </p:nvSpPr>
            <p:spPr>
              <a:xfrm rot="5400000" flipV="1">
                <a:off x="-1236240" y="4608000"/>
                <a:ext cx="1695240" cy="1696680"/>
              </a:xfrm>
              <a:custGeom>
                <a:avLst/>
                <a:gdLst>
                  <a:gd name="textAreaLeft" fmla="*/ 0 w 1695240"/>
                  <a:gd name="textAreaRight" fmla="*/ 1695600 w 1695240"/>
                  <a:gd name="textAreaTop" fmla="*/ -360 h 1696680"/>
                  <a:gd name="textAreaBottom" fmla="*/ 1696680 h 1696680"/>
                </a:gdLst>
                <a:ahLst/>
                <a:cxnLst/>
                <a:rect l="textAreaLeft" t="textAreaTop" r="textAreaRight" b="textAreaBottom"/>
                <a:pathLst>
                  <a:path w="41659" h="41691" fill="none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220;p6"/>
              <p:cNvSpPr/>
              <p:nvPr/>
            </p:nvSpPr>
            <p:spPr>
              <a:xfrm rot="5400000" flipV="1">
                <a:off x="-1143360" y="4702680"/>
                <a:ext cx="1779840" cy="1778760"/>
              </a:xfrm>
              <a:custGeom>
                <a:avLst/>
                <a:gdLst>
                  <a:gd name="textAreaLeft" fmla="*/ 0 w 1779840"/>
                  <a:gd name="textAreaRight" fmla="*/ 1780200 w 1779840"/>
                  <a:gd name="textAreaTop" fmla="*/ -360 h 1778760"/>
                  <a:gd name="textAreaBottom" fmla="*/ 1778760 h 1778760"/>
                </a:gdLst>
                <a:ahLst/>
                <a:cxnLst/>
                <a:rect l="textAreaLeft" t="textAreaTop" r="textAreaRight" b="textAreaBottom"/>
                <a:pathLst>
                  <a:path w="43739" h="43707" fill="none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221;p6"/>
              <p:cNvSpPr/>
              <p:nvPr/>
            </p:nvSpPr>
            <p:spPr>
              <a:xfrm rot="5400000" flipV="1">
                <a:off x="-1033560" y="4814280"/>
                <a:ext cx="1827720" cy="1816200"/>
              </a:xfrm>
              <a:custGeom>
                <a:avLst/>
                <a:gdLst>
                  <a:gd name="textAreaLeft" fmla="*/ 0 w 1827720"/>
                  <a:gd name="textAreaRight" fmla="*/ 1828080 w 1827720"/>
                  <a:gd name="textAreaTop" fmla="*/ -360 h 1816200"/>
                  <a:gd name="textAreaBottom" fmla="*/ 1816200 h 1816200"/>
                </a:gdLst>
                <a:ahLst/>
                <a:cxnLst/>
                <a:rect l="textAreaLeft" t="textAreaTop" r="textAreaRight" b="textAreaBottom"/>
                <a:pathLst>
                  <a:path w="75837" h="75837" fill="none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9" name="Google Shape;222;p6"/>
              <p:cNvSpPr/>
              <p:nvPr/>
            </p:nvSpPr>
            <p:spPr>
              <a:xfrm rot="5400000" flipV="1">
                <a:off x="-900360" y="4890600"/>
                <a:ext cx="1889640" cy="1874520"/>
              </a:xfrm>
              <a:custGeom>
                <a:avLst/>
                <a:gdLst>
                  <a:gd name="textAreaLeft" fmla="*/ 0 w 1889640"/>
                  <a:gd name="textAreaRight" fmla="*/ 1890000 w 1889640"/>
                  <a:gd name="textAreaTop" fmla="*/ -360 h 1874520"/>
                  <a:gd name="textAreaBottom" fmla="*/ 1874520 h 1874520"/>
                </a:gdLst>
                <a:ahLst/>
                <a:cxnLst/>
                <a:rect l="textAreaLeft" t="textAreaTop" r="textAreaRight" b="textAreaBottom"/>
                <a:pathLst>
                  <a:path w="75870" h="75837" fill="none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" name="Google Shape;223;p6"/>
              <p:cNvSpPr/>
              <p:nvPr/>
            </p:nvSpPr>
            <p:spPr>
              <a:xfrm rot="5400000" flipV="1">
                <a:off x="-737640" y="5062680"/>
                <a:ext cx="1824840" cy="1822680"/>
              </a:xfrm>
              <a:custGeom>
                <a:avLst/>
                <a:gdLst>
                  <a:gd name="textAreaLeft" fmla="*/ 0 w 1824840"/>
                  <a:gd name="textAreaRight" fmla="*/ 1825200 w 1824840"/>
                  <a:gd name="textAreaTop" fmla="*/ -360 h 1822680"/>
                  <a:gd name="textAreaBottom" fmla="*/ 1822680 h 1822680"/>
                </a:gdLst>
                <a:ahLst/>
                <a:cxnLst/>
                <a:rect l="textAreaLeft" t="textAreaTop" r="textAreaRight" b="textAreaBottom"/>
                <a:pathLst>
                  <a:path w="74828" h="74828" fill="none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224;p6"/>
              <p:cNvSpPr/>
              <p:nvPr/>
            </p:nvSpPr>
            <p:spPr>
              <a:xfrm rot="5400000" flipV="1">
                <a:off x="-560520" y="5283720"/>
                <a:ext cx="1696680" cy="1696680"/>
              </a:xfrm>
              <a:custGeom>
                <a:avLst/>
                <a:gdLst>
                  <a:gd name="textAreaLeft" fmla="*/ 0 w 1696680"/>
                  <a:gd name="textAreaRight" fmla="*/ 1697040 w 1696680"/>
                  <a:gd name="textAreaTop" fmla="*/ -360 h 1696680"/>
                  <a:gd name="textAreaBottom" fmla="*/ 1696680 h 1696680"/>
                </a:gdLst>
                <a:ahLst/>
                <a:cxnLst/>
                <a:rect l="textAreaLeft" t="textAreaTop" r="textAreaRight" b="textAreaBottom"/>
                <a:pathLst>
                  <a:path w="41691" h="41691" fill="none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225;p6"/>
              <p:cNvSpPr/>
              <p:nvPr/>
            </p:nvSpPr>
            <p:spPr>
              <a:xfrm rot="5400000" flipV="1">
                <a:off x="-356760" y="5488200"/>
                <a:ext cx="1560240" cy="1560240"/>
              </a:xfrm>
              <a:custGeom>
                <a:avLst/>
                <a:gdLst>
                  <a:gd name="textAreaLeft" fmla="*/ 0 w 1560240"/>
                  <a:gd name="textAreaRight" fmla="*/ 1560600 w 1560240"/>
                  <a:gd name="textAreaTop" fmla="*/ 360 h 1560240"/>
                  <a:gd name="textAreaBottom" fmla="*/ 1560960 h 1560240"/>
                </a:gdLst>
                <a:ahLst/>
                <a:cxnLst/>
                <a:rect l="textAreaLeft" t="textAreaTop" r="textAreaRight" b="textAreaBottom"/>
                <a:pathLst>
                  <a:path w="38342" h="38341" fill="none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226;p6"/>
              <p:cNvSpPr/>
              <p:nvPr/>
            </p:nvSpPr>
            <p:spPr>
              <a:xfrm rot="5400000" flipV="1">
                <a:off x="-120240" y="5724000"/>
                <a:ext cx="1357560" cy="1359000"/>
              </a:xfrm>
              <a:custGeom>
                <a:avLst/>
                <a:gdLst>
                  <a:gd name="textAreaLeft" fmla="*/ 0 w 1357560"/>
                  <a:gd name="textAreaRight" fmla="*/ 1357920 w 1357560"/>
                  <a:gd name="textAreaTop" fmla="*/ -360 h 1359000"/>
                  <a:gd name="textAreaBottom" fmla="*/ 1359000 h 1359000"/>
                </a:gdLst>
                <a:ahLst/>
                <a:cxnLst/>
                <a:rect l="textAreaLeft" t="textAreaTop" r="textAreaRight" b="textAreaBottom"/>
                <a:pathLst>
                  <a:path w="33366" h="33399" fill="none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227;p6"/>
              <p:cNvSpPr/>
              <p:nvPr/>
            </p:nvSpPr>
            <p:spPr>
              <a:xfrm rot="5400000" flipV="1">
                <a:off x="166320" y="6010560"/>
                <a:ext cx="1055880" cy="1055880"/>
              </a:xfrm>
              <a:custGeom>
                <a:avLst/>
                <a:gdLst>
                  <a:gd name="textAreaLeft" fmla="*/ 0 w 1055880"/>
                  <a:gd name="textAreaRight" fmla="*/ 1056240 w 1055880"/>
                  <a:gd name="textAreaTop" fmla="*/ -360 h 1055880"/>
                  <a:gd name="textAreaBottom" fmla="*/ 1055880 h 1055880"/>
                </a:gdLst>
                <a:ahLst/>
                <a:cxnLst/>
                <a:rect l="textAreaLeft" t="textAreaTop" r="textAreaRight" b="textAreaBottom"/>
                <a:pathLst>
                  <a:path w="25952" h="25952" fill="none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228;p6"/>
              <p:cNvSpPr/>
              <p:nvPr/>
            </p:nvSpPr>
            <p:spPr>
              <a:xfrm rot="5400000" flipV="1">
                <a:off x="584280" y="6428880"/>
                <a:ext cx="489240" cy="489240"/>
              </a:xfrm>
              <a:custGeom>
                <a:avLst/>
                <a:gdLst>
                  <a:gd name="textAreaLeft" fmla="*/ 0 w 489240"/>
                  <a:gd name="textAreaRight" fmla="*/ 489600 w 489240"/>
                  <a:gd name="textAreaTop" fmla="*/ -360 h 489240"/>
                  <a:gd name="textAreaBottom" fmla="*/ 489240 h 489240"/>
                </a:gdLst>
                <a:ahLst/>
                <a:cxnLst/>
                <a:rect l="textAreaLeft" t="textAreaTop" r="textAreaRight" b="textAreaBottom"/>
                <a:pathLst>
                  <a:path w="12033" h="12033" fill="none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>
                <a:solidFill>
                  <a:srgbClr val="15400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oft sage footer background"/>
          <p:cNvSpPr/>
          <p:nvPr/>
        </p:nvSpPr>
        <p:spPr>
          <a:xfrm>
            <a:off x="0" y="4133087"/>
            <a:ext cx="9144000" cy="1010413"/>
          </a:xfrm>
          <a:prstGeom prst="rect">
            <a:avLst/>
          </a:prstGeom>
          <a:solidFill>
            <a:srgbClr val="DF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685800" y="1143000"/>
            <a:ext cx="7863840" cy="150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4300" b="1">
                <a:solidFill>
                  <a:srgbClr val="153D16"/>
                </a:solidFill>
                <a:latin typeface="Manrope Medium"/>
              </a:rPr>
              <a:t>Sales &amp; Profitability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4300" b="1">
                <a:solidFill>
                  <a:srgbClr val="153D16"/>
                </a:solidFill>
                <a:latin typeface="Manrope Medium"/>
              </a:rPr>
              <a:t>Analysis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13232" y="2980944"/>
            <a:ext cx="7086600" cy="77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>
                <a:solidFill>
                  <a:srgbClr val="5E6259"/>
                </a:solidFill>
                <a:latin typeface="Inter"/>
              </a:rPr>
              <a:t>Sales performance, profitability, 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>
                <a:solidFill>
                  <a:srgbClr val="5E6259"/>
                </a:solidFill>
                <a:latin typeface="Inter"/>
              </a:rPr>
              <a:t>key business opportunities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F6C6AB-3948-7DB8-87E5-15C6D6C67EF0}"/>
              </a:ext>
            </a:extLst>
          </p:cNvPr>
          <p:cNvSpPr/>
          <p:nvPr/>
        </p:nvSpPr>
        <p:spPr>
          <a:xfrm>
            <a:off x="713232" y="4489704"/>
            <a:ext cx="4937760" cy="3017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>
                <a:solidFill>
                  <a:srgbClr val="153D16"/>
                </a:solidFill>
                <a:latin typeface="Inter"/>
              </a:rPr>
              <a:t>Brad M.  /  Power BI Project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062472" y="4489704"/>
            <a:ext cx="237744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3D16"/>
                </a:solidFill>
                <a:latin typeface="Inter"/>
              </a:rPr>
              <a:t>2019–June 2022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713232" y="758952"/>
            <a:ext cx="640080" cy="0"/>
          </a:xfrm>
          <a:prstGeom prst="line">
            <a:avLst/>
          </a:prstGeom>
          <a:ln w="22860">
            <a:solidFill>
              <a:srgbClr val="8C7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329"/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53D16"/>
                </a:solidFill>
                <a:latin typeface="Manrope Medium"/>
              </a:defRPr>
            </a:pPr>
            <a:r>
              <a:rPr lang="en-CA" sz="2500" b="1" u="none" dirty="0">
                <a:solidFill>
                  <a:srgbClr val="153D16"/>
                </a:solidFill>
                <a:latin typeface="Manrope Medium"/>
              </a:rPr>
              <a:t>Business Objective &amp; Performance Overview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09991" y="1993392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 anchorCtr="1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3D16"/>
                </a:solidFill>
                <a:latin typeface="Manrope Medium"/>
              </a:defRPr>
            </a:pPr>
            <a:r>
              <a:rPr lang="en-CA" sz="2700" b="1" u="none" dirty="0">
                <a:solidFill>
                  <a:srgbClr val="153D16"/>
                </a:solidFill>
                <a:latin typeface="Manrope Medium"/>
              </a:rPr>
              <a:t>$24.9M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502920" y="2496312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CA" sz="1200" b="0" u="none">
                <a:solidFill>
                  <a:srgbClr val="5E6259"/>
                </a:solidFill>
                <a:latin typeface="Inter"/>
              </a:rPr>
              <a:t>Revenue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A47006-B687-5872-C669-3A19B808FFA1}"/>
              </a:ext>
            </a:extLst>
          </p:cNvPr>
          <p:cNvSpPr/>
          <p:nvPr/>
        </p:nvSpPr>
        <p:spPr>
          <a:xfrm>
            <a:off x="502920" y="1005840"/>
            <a:ext cx="813816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259"/>
                </a:solidFill>
                <a:latin typeface="Inter"/>
              </a:defRPr>
            </a:pPr>
            <a:r>
              <a:rPr lang="en-US" sz="1400" b="1" u="sng" dirty="0">
                <a:solidFill>
                  <a:srgbClr val="153D16"/>
                </a:solidFill>
                <a:latin typeface="Inter"/>
              </a:rPr>
              <a:t>Business Objective: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259"/>
                </a:solidFill>
                <a:latin typeface="Inter"/>
              </a:defRPr>
            </a:pPr>
            <a:r>
              <a:rPr lang="en-US" sz="1400" b="0" u="none" dirty="0">
                <a:solidFill>
                  <a:srgbClr val="5E6259"/>
                </a:solidFill>
                <a:latin typeface="Inter"/>
              </a:rPr>
              <a:t>Evaluate the drivers of sales and profitability to identify opportunities for better business performance.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3E16C9-4CC4-6B15-2641-D8F0BFAD4702}"/>
              </a:ext>
            </a:extLst>
          </p:cNvPr>
          <p:cNvSpPr/>
          <p:nvPr/>
        </p:nvSpPr>
        <p:spPr>
          <a:xfrm>
            <a:off x="2231136" y="1993392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3D16"/>
                </a:solidFill>
                <a:latin typeface="Manrope Medium"/>
              </a:defRPr>
            </a:pPr>
            <a:r>
              <a:rPr lang="en-CA" sz="2700" b="1" u="none" dirty="0">
                <a:solidFill>
                  <a:srgbClr val="153D16"/>
                </a:solidFill>
                <a:latin typeface="Manrope Medium"/>
              </a:rPr>
              <a:t>$10.5M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519853-7C1A-2F26-72B9-D5F5A38A0FBB}"/>
              </a:ext>
            </a:extLst>
          </p:cNvPr>
          <p:cNvSpPr/>
          <p:nvPr/>
        </p:nvSpPr>
        <p:spPr>
          <a:xfrm>
            <a:off x="2231136" y="2496312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CA" sz="1200" b="0" u="none">
                <a:solidFill>
                  <a:srgbClr val="5E6259"/>
                </a:solidFill>
                <a:latin typeface="Inter"/>
              </a:rPr>
              <a:t>Profit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16A02-2699-C9C0-BD31-57F5E24911FC}"/>
              </a:ext>
            </a:extLst>
          </p:cNvPr>
          <p:cNvSpPr/>
          <p:nvPr/>
        </p:nvSpPr>
        <p:spPr>
          <a:xfrm>
            <a:off x="502920" y="3236976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3D16"/>
                </a:solidFill>
                <a:latin typeface="Manrope Medium"/>
              </a:defRPr>
            </a:pPr>
            <a:r>
              <a:rPr lang="en-CA" sz="2700" b="1" u="none">
                <a:solidFill>
                  <a:srgbClr val="153D16"/>
                </a:solidFill>
                <a:latin typeface="Manrope Medium"/>
              </a:rPr>
              <a:t>25.2K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0EE20-D489-8A2F-3B43-46451C3A852E}"/>
              </a:ext>
            </a:extLst>
          </p:cNvPr>
          <p:cNvSpPr/>
          <p:nvPr/>
        </p:nvSpPr>
        <p:spPr>
          <a:xfrm>
            <a:off x="502920" y="3794760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CA" sz="1200" b="0" u="none">
                <a:solidFill>
                  <a:srgbClr val="5E6259"/>
                </a:solidFill>
                <a:latin typeface="Inter"/>
              </a:rPr>
              <a:t>Orders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ECEBF-8933-7AA2-D777-56A950D54E11}"/>
              </a:ext>
            </a:extLst>
          </p:cNvPr>
          <p:cNvSpPr/>
          <p:nvPr/>
        </p:nvSpPr>
        <p:spPr>
          <a:xfrm>
            <a:off x="2231136" y="3236976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3D16"/>
                </a:solidFill>
                <a:latin typeface="Manrope Medium"/>
              </a:defRPr>
            </a:pPr>
            <a:r>
              <a:rPr lang="en-CA" sz="2700" b="1" u="none">
                <a:solidFill>
                  <a:srgbClr val="153D16"/>
                </a:solidFill>
                <a:latin typeface="Manrope Medium"/>
              </a:rPr>
              <a:t>$415.58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15D751-CFF5-DCA9-35B6-D724E75E7F8E}"/>
              </a:ext>
            </a:extLst>
          </p:cNvPr>
          <p:cNvSpPr/>
          <p:nvPr/>
        </p:nvSpPr>
        <p:spPr>
          <a:xfrm>
            <a:off x="2231136" y="3794760"/>
            <a:ext cx="1627632" cy="475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CA" sz="1200" b="0" u="none">
                <a:solidFill>
                  <a:srgbClr val="5E6259"/>
                </a:solidFill>
                <a:latin typeface="Inter"/>
              </a:rPr>
              <a:t>Average profit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CA" sz="1200" b="0" u="none">
                <a:solidFill>
                  <a:srgbClr val="5E6259"/>
                </a:solidFill>
                <a:latin typeface="Inter"/>
              </a:rPr>
              <a:t>per order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7C02F0F-42E0-5034-3984-123DEE09D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111"/>
          <a:stretch>
            <a:fillRect/>
          </a:stretch>
        </p:blipFill>
        <p:spPr>
          <a:xfrm>
            <a:off x="3913632" y="1801369"/>
            <a:ext cx="4727448" cy="2441448"/>
          </a:xfrm>
          <a:prstGeom prst="rect">
            <a:avLst/>
          </a:prstGeom>
        </p:spPr>
      </p:pic>
      <p:cxnSp>
        <p:nvCxnSpPr>
          <p:cNvPr id="334" name="Title underline"/>
          <p:cNvCxnSpPr/>
          <p:nvPr/>
        </p:nvCxnSpPr>
        <p:spPr>
          <a:xfrm>
            <a:off x="502920" y="900684"/>
            <a:ext cx="8138160" cy="0"/>
          </a:xfrm>
          <a:prstGeom prst="line">
            <a:avLst/>
          </a:prstGeom>
          <a:ln w="12700">
            <a:solidFill>
              <a:srgbClr val="A59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DF9C7C-9D7C-156A-AADE-17F3A0F33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8912" y="1143000"/>
            <a:ext cx="4041648" cy="13972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D630C8-EC9B-903D-64B1-4CB0B0D83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3440" y="1143000"/>
            <a:ext cx="4041648" cy="13893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AA697A-0E96-9158-B8CB-B7206B570815}"/>
              </a:ext>
            </a:extLst>
          </p:cNvPr>
          <p:cNvSpPr/>
          <p:nvPr/>
        </p:nvSpPr>
        <p:spPr>
          <a:xfrm>
            <a:off x="502920" y="2798064"/>
            <a:ext cx="370332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3D16"/>
                </a:solidFill>
                <a:latin typeface="Manrope Medium"/>
              </a:defRPr>
            </a:pPr>
            <a:r>
              <a:rPr lang="en-CA" sz="1700" b="1" u="none">
                <a:solidFill>
                  <a:srgbClr val="153D16"/>
                </a:solidFill>
                <a:latin typeface="Manrope Medium"/>
              </a:rPr>
              <a:t>Highest-profit products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2E334-B639-8CB4-773E-24FE8FCB77B8}"/>
              </a:ext>
            </a:extLst>
          </p:cNvPr>
          <p:cNvSpPr txBox="1"/>
          <p:nvPr/>
        </p:nvSpPr>
        <p:spPr>
          <a:xfrm>
            <a:off x="502920" y="3236976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1E17"/>
                </a:solidFill>
                <a:latin typeface="Inter"/>
              </a:defRPr>
            </a:pPr>
            <a:r>
              <a:rPr lang="en-US" sz="1300" b="0" u="none">
                <a:solidFill>
                  <a:srgbClr val="261E17"/>
                </a:solidFill>
                <a:latin typeface="Inter"/>
              </a:rPr>
              <a:t>Bikes dominate the highest-profit rankings. Mountain-200 variants hold the top six positions.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71CA99-01E7-0A15-63D7-BCADA661E22E}"/>
              </a:ext>
            </a:extLst>
          </p:cNvPr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53D16"/>
                </a:solidFill>
                <a:latin typeface="Manrope Medium"/>
              </a:defRPr>
            </a:pPr>
            <a:r>
              <a:rPr lang="en-CA" sz="2500" b="1" u="none" dirty="0">
                <a:solidFill>
                  <a:srgbClr val="153D16"/>
                </a:solidFill>
                <a:latin typeface="Manrope Medium"/>
              </a:rPr>
              <a:t>Product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98064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3D16"/>
                </a:solidFill>
                <a:latin typeface="Manrope Medium"/>
              </a:defRPr>
            </a:pPr>
            <a:r>
              <a:rPr sz="1700" b="1" u="none">
                <a:solidFill>
                  <a:srgbClr val="153D16"/>
                </a:solidFill>
                <a:latin typeface="Manrope Medium"/>
              </a:rPr>
              <a:t>Lowest-profit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236976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1E17"/>
                </a:solidFill>
                <a:latin typeface="Inter"/>
              </a:defRPr>
            </a:pPr>
            <a:r>
              <a:rPr sz="1300" b="0" u="none" dirty="0">
                <a:solidFill>
                  <a:srgbClr val="261E17"/>
                </a:solidFill>
                <a:latin typeface="Inter"/>
              </a:rPr>
              <a:t>Clothing dominates the lowest-profit rankings. Racing socks earn the least profit, </a:t>
            </a:r>
            <a:r>
              <a:rPr lang="en-US" sz="1300" b="0" u="none" dirty="0">
                <a:solidFill>
                  <a:srgbClr val="261E17"/>
                </a:solidFill>
                <a:latin typeface="Inter"/>
              </a:rPr>
              <a:t>while j</a:t>
            </a:r>
            <a:r>
              <a:rPr sz="1300" b="0" u="none" dirty="0">
                <a:solidFill>
                  <a:srgbClr val="261E17"/>
                </a:solidFill>
                <a:latin typeface="Inter"/>
              </a:rPr>
              <a:t>ersey</a:t>
            </a:r>
            <a:r>
              <a:rPr lang="en-US" sz="1300" dirty="0">
                <a:solidFill>
                  <a:srgbClr val="261E17"/>
                </a:solidFill>
                <a:latin typeface="Inter"/>
              </a:rPr>
              <a:t> products account for most of the remaining positions</a:t>
            </a:r>
            <a:endParaRPr sz="1300" b="0" u="none" dirty="0">
              <a:solidFill>
                <a:srgbClr val="261E17"/>
              </a:solidFill>
              <a:latin typeface="Inter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02920" y="4288536"/>
            <a:ext cx="8138160" cy="0"/>
          </a:xfrm>
          <a:prstGeom prst="line">
            <a:avLst/>
          </a:prstGeom>
          <a:ln w="8890">
            <a:solidFill>
              <a:srgbClr val="C9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4480560"/>
            <a:ext cx="8138160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5E6259"/>
                </a:solidFill>
                <a:latin typeface="Inter"/>
              </a:defRPr>
            </a:pPr>
            <a:r>
              <a:rPr sz="1150" b="0" u="none" dirty="0">
                <a:solidFill>
                  <a:srgbClr val="5E6259"/>
                </a:solidFill>
                <a:latin typeface="Inter"/>
              </a:rPr>
              <a:t>Sales volume and profit margin need further analysis to </a:t>
            </a:r>
            <a:r>
              <a:rPr lang="en-US" sz="1150" b="0" u="none" dirty="0">
                <a:solidFill>
                  <a:srgbClr val="5E6259"/>
                </a:solidFill>
                <a:latin typeface="Inter"/>
              </a:rPr>
              <a:t>identify</a:t>
            </a:r>
            <a:r>
              <a:rPr sz="1150" b="0" u="none" dirty="0">
                <a:solidFill>
                  <a:srgbClr val="5E6259"/>
                </a:solidFill>
                <a:latin typeface="Inter"/>
              </a:rPr>
              <a:t> </a:t>
            </a:r>
            <a:r>
              <a:rPr lang="en-US" sz="1150" b="0" u="none" dirty="0">
                <a:solidFill>
                  <a:srgbClr val="5E6259"/>
                </a:solidFill>
                <a:latin typeface="Inter"/>
              </a:rPr>
              <a:t>the drivers of </a:t>
            </a:r>
            <a:r>
              <a:rPr sz="1150" b="0" u="none" dirty="0">
                <a:solidFill>
                  <a:srgbClr val="5E6259"/>
                </a:solidFill>
                <a:latin typeface="Inter"/>
              </a:rPr>
              <a:t>the</a:t>
            </a:r>
            <a:r>
              <a:rPr lang="en-US" sz="1150" b="0" u="none" dirty="0">
                <a:solidFill>
                  <a:srgbClr val="5E6259"/>
                </a:solidFill>
                <a:latin typeface="Inter"/>
              </a:rPr>
              <a:t>se</a:t>
            </a:r>
            <a:r>
              <a:rPr sz="1150" b="0" u="none" dirty="0">
                <a:solidFill>
                  <a:srgbClr val="5E6259"/>
                </a:solidFill>
                <a:latin typeface="Inter"/>
              </a:rPr>
              <a:t> difference</a:t>
            </a:r>
            <a:r>
              <a:rPr lang="en-US" sz="1150" b="0" u="none" dirty="0">
                <a:solidFill>
                  <a:srgbClr val="5E6259"/>
                </a:solidFill>
                <a:latin typeface="Inter"/>
              </a:rPr>
              <a:t>s</a:t>
            </a:r>
            <a:r>
              <a:rPr sz="1150" b="0" u="none" dirty="0">
                <a:solidFill>
                  <a:srgbClr val="5E6259"/>
                </a:solidFill>
                <a:latin typeface="Inter"/>
              </a:rPr>
              <a:t>.</a:t>
            </a:r>
          </a:p>
        </p:txBody>
      </p:sp>
      <p:cxnSp>
        <p:nvCxnSpPr>
          <p:cNvPr id="19" name="Title underline"/>
          <p:cNvCxnSpPr/>
          <p:nvPr/>
        </p:nvCxnSpPr>
        <p:spPr>
          <a:xfrm>
            <a:off x="502920" y="900684"/>
            <a:ext cx="8138160" cy="0"/>
          </a:xfrm>
          <a:prstGeom prst="line">
            <a:avLst/>
          </a:prstGeom>
          <a:ln w="12700">
            <a:solidFill>
              <a:srgbClr val="A59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ED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89B30-3FC8-FED6-8EE3-11C01F5D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54092D0-48F0-25E5-858C-7ACBD0D4F2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" y="1115568"/>
            <a:ext cx="2816352" cy="20407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A5FFC3-CA08-8326-5C51-B7097DC48FEA}"/>
              </a:ext>
            </a:extLst>
          </p:cNvPr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53D16"/>
                </a:solidFill>
                <a:latin typeface="Manrope Medium"/>
              </a:defRPr>
            </a:pPr>
            <a:r>
              <a:rPr lang="en-CA" sz="2500" b="1" u="none" dirty="0">
                <a:solidFill>
                  <a:srgbClr val="153D16"/>
                </a:solidFill>
                <a:latin typeface="Manrope Medium"/>
              </a:rPr>
              <a:t>Profitability </a:t>
            </a:r>
            <a:r>
              <a:rPr lang="en-CA" sz="2500" b="1" dirty="0">
                <a:solidFill>
                  <a:srgbClr val="153D16"/>
                </a:solidFill>
                <a:latin typeface="Manrope Medium"/>
              </a:rPr>
              <a:t>O</a:t>
            </a:r>
            <a:r>
              <a:rPr lang="en-CA" sz="2500" b="1" u="none" dirty="0">
                <a:solidFill>
                  <a:srgbClr val="153D16"/>
                </a:solidFill>
                <a:latin typeface="Manrope Medium"/>
              </a:rPr>
              <a:t>pportunities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A80FF3-6913-900A-C0BF-7D446C4B7A4C}"/>
              </a:ext>
            </a:extLst>
          </p:cNvPr>
          <p:cNvSpPr/>
          <p:nvPr/>
        </p:nvSpPr>
        <p:spPr>
          <a:xfrm>
            <a:off x="502920" y="3575304"/>
            <a:ext cx="2816352" cy="292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3D16"/>
                </a:solidFill>
                <a:latin typeface="Manrope Medium"/>
              </a:defRPr>
            </a:pPr>
            <a:r>
              <a:rPr lang="en-CA" sz="1600" b="1" u="none">
                <a:solidFill>
                  <a:srgbClr val="153D16"/>
                </a:solidFill>
                <a:latin typeface="Manrope Medium"/>
              </a:rPr>
              <a:t>Customer income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1A885F-17D7-C40B-64D9-0CB9FA7E53FA}"/>
              </a:ext>
            </a:extLst>
          </p:cNvPr>
          <p:cNvSpPr txBox="1"/>
          <p:nvPr/>
        </p:nvSpPr>
        <p:spPr>
          <a:xfrm>
            <a:off x="502920" y="3950208"/>
            <a:ext cx="2816352" cy="7132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E17"/>
                </a:solidFill>
                <a:latin typeface="Inter"/>
              </a:defRPr>
            </a:pPr>
            <a:r>
              <a:rPr lang="en-US" sz="1200" b="0" u="none">
                <a:solidFill>
                  <a:srgbClr val="261E17"/>
                </a:solidFill>
                <a:latin typeface="Inter"/>
              </a:rPr>
              <a:t>Average profit per customer generally rises with income and peaks in the highest-income segment.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E6970A5-9BB9-238B-1AE3-358AA1E15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456" y="1115568"/>
            <a:ext cx="4992624" cy="22915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48456" y="3575304"/>
            <a:ext cx="499262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3D16"/>
                </a:solidFill>
                <a:latin typeface="Manrope Medium"/>
              </a:defRPr>
            </a:pPr>
            <a:r>
              <a:rPr sz="1600" b="1" u="none">
                <a:solidFill>
                  <a:srgbClr val="153D16"/>
                </a:solidFill>
                <a:latin typeface="Manrope Medium"/>
              </a:rPr>
              <a:t>Revenue and profit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456" y="3950208"/>
            <a:ext cx="4992624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E17"/>
                </a:solidFill>
                <a:latin typeface="Inter"/>
              </a:defRPr>
            </a:pPr>
            <a:r>
              <a:rPr sz="1200" b="0" u="none">
                <a:solidFill>
                  <a:srgbClr val="261E17"/>
                </a:solidFill>
                <a:latin typeface="Inter"/>
              </a:rPr>
              <a:t>Bikes generate much more revenue, while several smaller accessory and clothing subcategories earn higher margins.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53D16"/>
                </a:solidFill>
                <a:latin typeface="Inter"/>
              </a:defRPr>
            </a:pPr>
            <a:r>
              <a:rPr sz="1150" b="1" u="none">
                <a:solidFill>
                  <a:srgbClr val="153D16"/>
                </a:solidFill>
                <a:latin typeface="Inter"/>
              </a:rPr>
              <a:t>Growth opportunity: investigate high-margin, lower-revenue non-bike subcategories.</a:t>
            </a:r>
          </a:p>
        </p:txBody>
      </p:sp>
      <p:cxnSp>
        <p:nvCxnSpPr>
          <p:cNvPr id="29" name="Title underline"/>
          <p:cNvCxnSpPr/>
          <p:nvPr/>
        </p:nvCxnSpPr>
        <p:spPr>
          <a:xfrm>
            <a:off x="502920" y="900684"/>
            <a:ext cx="8138160" cy="0"/>
          </a:xfrm>
          <a:prstGeom prst="line">
            <a:avLst/>
          </a:prstGeom>
          <a:ln w="12700">
            <a:solidFill>
              <a:srgbClr val="A59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18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348"/>
          <p:cNvSpPr/>
          <p:nvPr/>
        </p:nvSpPr>
        <p:spPr>
          <a:xfrm>
            <a:off x="502920" y="1609344"/>
            <a:ext cx="365760" cy="420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A59145"/>
                </a:solidFill>
                <a:latin typeface="Manrope Medium"/>
              </a:defRPr>
            </a:pPr>
            <a:r>
              <a:rPr lang="en-CA" sz="2400" b="0" u="none">
                <a:solidFill>
                  <a:srgbClr val="A59145"/>
                </a:solidFill>
                <a:latin typeface="Manrope Medium"/>
              </a:rPr>
              <a:t>1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042415" y="1609344"/>
            <a:ext cx="3355848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3D16"/>
                </a:solidFill>
                <a:latin typeface="Manrope Medium"/>
              </a:defRPr>
            </a:pPr>
            <a:r>
              <a:rPr lang="en-CA" sz="1700" b="1" u="none">
                <a:solidFill>
                  <a:srgbClr val="153D16"/>
                </a:solidFill>
                <a:latin typeface="Manrope Medium"/>
              </a:rPr>
              <a:t>Growth opportunities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1042415" y="2048256"/>
            <a:ext cx="3154680" cy="5120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US" sz="1200" b="0" u="none">
                <a:solidFill>
                  <a:srgbClr val="5E6259"/>
                </a:solidFill>
                <a:latin typeface="Inter"/>
              </a:rPr>
              <a:t>High-margin non-bike products may offer untapped growth.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18E0A-B58F-FF9A-11A1-757E69D5F621}"/>
              </a:ext>
            </a:extLst>
          </p:cNvPr>
          <p:cNvSpPr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53D16"/>
                </a:solidFill>
                <a:latin typeface="Manrope Medium"/>
              </a:defRPr>
            </a:pPr>
            <a:r>
              <a:rPr lang="en-CA" sz="2500" b="1" u="none" dirty="0">
                <a:solidFill>
                  <a:srgbClr val="153D16"/>
                </a:solidFill>
                <a:latin typeface="Manrope Medium"/>
              </a:rPr>
              <a:t>Recommendations &amp; Next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26CA4E-C1EE-1F2D-8254-AEB8659AAE4B}"/>
              </a:ext>
            </a:extLst>
          </p:cNvPr>
          <p:cNvSpPr/>
          <p:nvPr/>
        </p:nvSpPr>
        <p:spPr>
          <a:xfrm>
            <a:off x="4791456" y="1645920"/>
            <a:ext cx="3849624" cy="7589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E17"/>
                </a:solidFill>
                <a:latin typeface="Inter"/>
              </a:defRPr>
            </a:pPr>
            <a:r>
              <a:rPr lang="en-US" sz="1500" b="0" u="none">
                <a:solidFill>
                  <a:srgbClr val="261E17"/>
                </a:solidFill>
                <a:latin typeface="Inter"/>
              </a:rPr>
              <a:t>Test targeted promotions and measure results.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E4E7E9-26A7-464C-8101-22404703E361}"/>
              </a:ext>
            </a:extLst>
          </p:cNvPr>
          <p:cNvSpPr/>
          <p:nvPr/>
        </p:nvSpPr>
        <p:spPr>
          <a:xfrm>
            <a:off x="1042415" y="2743200"/>
            <a:ext cx="3355848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3D16"/>
                </a:solidFill>
                <a:latin typeface="Manrope Medium"/>
              </a:defRPr>
            </a:pPr>
            <a:r>
              <a:rPr lang="en-CA" sz="1700" b="1" u="none" dirty="0">
                <a:solidFill>
                  <a:srgbClr val="153D16"/>
                </a:solidFill>
                <a:latin typeface="Manrope Medium"/>
              </a:rPr>
              <a:t>Core bike business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9448CE-0585-33E9-9A86-B38FE85B2483}"/>
              </a:ext>
            </a:extLst>
          </p:cNvPr>
          <p:cNvSpPr/>
          <p:nvPr/>
        </p:nvSpPr>
        <p:spPr>
          <a:xfrm>
            <a:off x="1042415" y="3182112"/>
            <a:ext cx="3154680" cy="5120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US" sz="1200" b="0" u="none" dirty="0">
                <a:solidFill>
                  <a:srgbClr val="5E6259"/>
                </a:solidFill>
                <a:latin typeface="Inter"/>
              </a:rPr>
              <a:t>Protect and optimize high-profit bike products.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F8416B-EA50-1BB7-3F6C-36A6EB326FBF}"/>
              </a:ext>
            </a:extLst>
          </p:cNvPr>
          <p:cNvSpPr/>
          <p:nvPr/>
        </p:nvSpPr>
        <p:spPr>
          <a:xfrm>
            <a:off x="4791456" y="2779776"/>
            <a:ext cx="3849624" cy="7589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E17"/>
                </a:solidFill>
                <a:latin typeface="Inter"/>
              </a:defRPr>
            </a:pPr>
            <a:r>
              <a:rPr lang="en-US" sz="1500" b="0" u="none">
                <a:solidFill>
                  <a:srgbClr val="261E17"/>
                </a:solidFill>
                <a:latin typeface="Inter"/>
              </a:rPr>
              <a:t>Analyze pricing, costs, inventory and demand for high-profit bike products.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73685C-A31E-F8E3-CFBC-29FB7657B880}"/>
              </a:ext>
            </a:extLst>
          </p:cNvPr>
          <p:cNvSpPr/>
          <p:nvPr/>
        </p:nvSpPr>
        <p:spPr>
          <a:xfrm>
            <a:off x="1042415" y="3877056"/>
            <a:ext cx="3355848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3D16"/>
                </a:solidFill>
                <a:latin typeface="Manrope Medium"/>
              </a:defRPr>
            </a:pPr>
            <a:r>
              <a:rPr lang="en-CA" sz="1700" b="1" u="none">
                <a:solidFill>
                  <a:srgbClr val="153D16"/>
                </a:solidFill>
                <a:latin typeface="Manrope Medium"/>
              </a:rPr>
              <a:t>Customer targeting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1EE34F-98DE-5E5F-7011-BD81463507E8}"/>
              </a:ext>
            </a:extLst>
          </p:cNvPr>
          <p:cNvSpPr/>
          <p:nvPr/>
        </p:nvSpPr>
        <p:spPr>
          <a:xfrm>
            <a:off x="1042415" y="4315968"/>
            <a:ext cx="3154680" cy="5120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259"/>
                </a:solidFill>
                <a:latin typeface="Inter"/>
              </a:defRPr>
            </a:pPr>
            <a:r>
              <a:rPr lang="en-US" sz="1200" b="0" u="none">
                <a:solidFill>
                  <a:srgbClr val="5E6259"/>
                </a:solidFill>
                <a:latin typeface="Inter"/>
              </a:rPr>
              <a:t>Investigate how higher-income customers buy.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8E6928-D666-FDC8-D6E2-F3C2C7DE048B}"/>
              </a:ext>
            </a:extLst>
          </p:cNvPr>
          <p:cNvSpPr/>
          <p:nvPr/>
        </p:nvSpPr>
        <p:spPr>
          <a:xfrm>
            <a:off x="4791456" y="3913632"/>
            <a:ext cx="3849624" cy="7589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E17"/>
                </a:solidFill>
                <a:latin typeface="Inter"/>
              </a:defRPr>
            </a:pPr>
            <a:r>
              <a:rPr lang="en-US" sz="1500" b="0" u="none">
                <a:solidFill>
                  <a:srgbClr val="261E17"/>
                </a:solidFill>
                <a:latin typeface="Inter"/>
              </a:rPr>
              <a:t>Analyze customer behavior and test targeted campaigns.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7ED8F2-4D73-7D55-32BB-B519A7CDCEC3}"/>
              </a:ext>
            </a:extLst>
          </p:cNvPr>
          <p:cNvSpPr/>
          <p:nvPr/>
        </p:nvSpPr>
        <p:spPr>
          <a:xfrm>
            <a:off x="502920" y="2743200"/>
            <a:ext cx="365760" cy="420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A59145"/>
                </a:solidFill>
                <a:latin typeface="Manrope Medium"/>
              </a:defRPr>
            </a:pPr>
            <a:r>
              <a:rPr lang="en-CA" sz="2400" b="0" u="none">
                <a:solidFill>
                  <a:srgbClr val="A59145"/>
                </a:solidFill>
                <a:latin typeface="Manrope Medium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B50FE2-F275-344F-19C7-3A9D87E53CBA}"/>
              </a:ext>
            </a:extLst>
          </p:cNvPr>
          <p:cNvSpPr/>
          <p:nvPr/>
        </p:nvSpPr>
        <p:spPr>
          <a:xfrm>
            <a:off x="502920" y="3877056"/>
            <a:ext cx="365760" cy="420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A59145"/>
                </a:solidFill>
                <a:latin typeface="Manrope Medium"/>
              </a:defRPr>
            </a:pPr>
            <a:r>
              <a:rPr lang="en-CA" sz="2400" b="0" u="none">
                <a:solidFill>
                  <a:srgbClr val="A59145"/>
                </a:solidFill>
                <a:latin typeface="Manrope Medium"/>
              </a:rPr>
              <a:t>3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042415" y="1097280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E6259"/>
                </a:solidFill>
                <a:latin typeface="Inter"/>
              </a:defRPr>
            </a:pPr>
            <a:r>
              <a:rPr sz="1000" b="1" u="none">
                <a:solidFill>
                  <a:srgbClr val="5E6259"/>
                </a:solidFill>
                <a:latin typeface="Inter"/>
              </a:rPr>
              <a:t>PRIORITY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791456" y="1097280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E6259"/>
                </a:solidFill>
                <a:latin typeface="Inter"/>
              </a:defRPr>
            </a:pPr>
            <a:r>
              <a:rPr sz="1000" b="1" u="none" dirty="0">
                <a:solidFill>
                  <a:srgbClr val="5E6259"/>
                </a:solidFill>
                <a:latin typeface="Inter"/>
              </a:rPr>
              <a:t>NEXT STEP</a:t>
            </a:r>
          </a:p>
        </p:txBody>
      </p:sp>
      <p:cxnSp>
        <p:nvCxnSpPr>
          <p:cNvPr id="354" name="Connector 353"/>
          <p:cNvCxnSpPr/>
          <p:nvPr/>
        </p:nvCxnSpPr>
        <p:spPr>
          <a:xfrm>
            <a:off x="502920" y="2569464"/>
            <a:ext cx="8138160" cy="0"/>
          </a:xfrm>
          <a:prstGeom prst="line">
            <a:avLst/>
          </a:prstGeom>
          <a:ln w="8890">
            <a:solidFill>
              <a:srgbClr val="C9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502920" y="3703320"/>
            <a:ext cx="8138160" cy="0"/>
          </a:xfrm>
          <a:prstGeom prst="line">
            <a:avLst/>
          </a:prstGeom>
          <a:ln w="8890">
            <a:solidFill>
              <a:srgbClr val="C9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Progress arrow 1"/>
          <p:cNvCxnSpPr/>
          <p:nvPr/>
        </p:nvCxnSpPr>
        <p:spPr>
          <a:xfrm>
            <a:off x="4315968" y="1965960"/>
            <a:ext cx="301752" cy="0"/>
          </a:xfrm>
          <a:prstGeom prst="line">
            <a:avLst/>
          </a:prstGeom>
          <a:ln w="22860">
            <a:solidFill>
              <a:srgbClr val="A591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Progress arrow 2"/>
          <p:cNvCxnSpPr/>
          <p:nvPr/>
        </p:nvCxnSpPr>
        <p:spPr>
          <a:xfrm>
            <a:off x="4315968" y="3099816"/>
            <a:ext cx="301752" cy="0"/>
          </a:xfrm>
          <a:prstGeom prst="line">
            <a:avLst/>
          </a:prstGeom>
          <a:ln w="22860">
            <a:solidFill>
              <a:srgbClr val="A591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Progress arrow 3"/>
          <p:cNvCxnSpPr/>
          <p:nvPr/>
        </p:nvCxnSpPr>
        <p:spPr>
          <a:xfrm>
            <a:off x="4315968" y="4233672"/>
            <a:ext cx="301752" cy="0"/>
          </a:xfrm>
          <a:prstGeom prst="line">
            <a:avLst/>
          </a:prstGeom>
          <a:ln w="22860">
            <a:solidFill>
              <a:srgbClr val="A591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Title underline"/>
          <p:cNvCxnSpPr/>
          <p:nvPr/>
        </p:nvCxnSpPr>
        <p:spPr>
          <a:xfrm>
            <a:off x="502920" y="900684"/>
            <a:ext cx="8138160" cy="0"/>
          </a:xfrm>
          <a:prstGeom prst="line">
            <a:avLst/>
          </a:prstGeom>
          <a:ln w="12700">
            <a:solidFill>
              <a:srgbClr val="A59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oft sage footer background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DF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PlaceHolder 1">
            <a:extLst>
              <a:ext uri="{FF2B5EF4-FFF2-40B4-BE49-F238E27FC236}">
                <a16:creationId xmlns:a16="http://schemas.microsoft.com/office/drawing/2014/main" id="{B2A36D62-2AAB-E65C-FE07-D48585B0E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80160"/>
            <a:ext cx="7863840" cy="9509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5000" b="1" dirty="0">
                <a:solidFill>
                  <a:srgbClr val="153D16"/>
                </a:solidFill>
                <a:latin typeface="Manrope Medium"/>
              </a:rPr>
              <a:t>Thank You</a:t>
            </a:r>
          </a:p>
        </p:txBody>
      </p:sp>
      <p:sp>
        <p:nvSpPr>
          <p:cNvPr id="324" name="PlaceHolder 2">
            <a:extLst>
              <a:ext uri="{FF2B5EF4-FFF2-40B4-BE49-F238E27FC236}">
                <a16:creationId xmlns:a16="http://schemas.microsoft.com/office/drawing/2014/main" id="{3A4B08F6-44C6-F079-4F55-F96A6276B928}"/>
              </a:ext>
            </a:extLst>
          </p:cNvPr>
          <p:cNvSpPr txBox="1">
            <a:spLocks/>
          </p:cNvSpPr>
          <p:nvPr/>
        </p:nvSpPr>
        <p:spPr>
          <a:xfrm>
            <a:off x="914400" y="2459736"/>
            <a:ext cx="7315200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900" b="0">
                <a:solidFill>
                  <a:srgbClr val="5E6259"/>
                </a:solidFill>
                <a:latin typeface="Inter"/>
              </a:rPr>
              <a:t>Sales &amp; Profitability Analysis</a:t>
            </a:r>
          </a:p>
        </p:txBody>
      </p:sp>
      <p:sp>
        <p:nvSpPr>
          <p:cNvPr id="326" name="PlaceHolder 2">
            <a:extLst>
              <a:ext uri="{FF2B5EF4-FFF2-40B4-BE49-F238E27FC236}">
                <a16:creationId xmlns:a16="http://schemas.microsoft.com/office/drawing/2014/main" id="{8AE96298-3531-F0B9-2ED3-400E3A0A027F}"/>
              </a:ext>
            </a:extLst>
          </p:cNvPr>
          <p:cNvSpPr txBox="1">
            <a:spLocks/>
          </p:cNvSpPr>
          <p:nvPr/>
        </p:nvSpPr>
        <p:spPr>
          <a:xfrm>
            <a:off x="1216152" y="4352544"/>
            <a:ext cx="18288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600" b="0">
                <a:solidFill>
                  <a:srgbClr val="153D16"/>
                </a:solidFill>
                <a:latin typeface="Inter"/>
              </a:rPr>
              <a:t>Data</a:t>
            </a:r>
          </a:p>
        </p:txBody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5809F853-6CA0-1341-E127-F23348181AD3}"/>
              </a:ext>
            </a:extLst>
          </p:cNvPr>
          <p:cNvSpPr txBox="1">
            <a:spLocks/>
          </p:cNvSpPr>
          <p:nvPr/>
        </p:nvSpPr>
        <p:spPr>
          <a:xfrm>
            <a:off x="3657600" y="4352544"/>
            <a:ext cx="18288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600" b="0">
                <a:solidFill>
                  <a:srgbClr val="153D16"/>
                </a:solidFill>
                <a:latin typeface="Inter"/>
              </a:rPr>
              <a:t>Analysis</a:t>
            </a:r>
          </a:p>
        </p:txBody>
      </p:sp>
      <p:sp>
        <p:nvSpPr>
          <p:cNvPr id="328" name="PlaceHolder 2">
            <a:extLst>
              <a:ext uri="{FF2B5EF4-FFF2-40B4-BE49-F238E27FC236}">
                <a16:creationId xmlns:a16="http://schemas.microsoft.com/office/drawing/2014/main" id="{8BE2B142-1831-63AA-E70C-E7912E23AAF7}"/>
              </a:ext>
            </a:extLst>
          </p:cNvPr>
          <p:cNvSpPr txBox="1">
            <a:spLocks/>
          </p:cNvSpPr>
          <p:nvPr/>
        </p:nvSpPr>
        <p:spPr>
          <a:xfrm>
            <a:off x="6099048" y="4352544"/>
            <a:ext cx="18288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600" b="0">
                <a:solidFill>
                  <a:srgbClr val="153D16"/>
                </a:solidFill>
                <a:latin typeface="Inter"/>
              </a:rPr>
              <a:t>Action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4251960" y="3154680"/>
            <a:ext cx="640080" cy="0"/>
          </a:xfrm>
          <a:prstGeom prst="line">
            <a:avLst/>
          </a:prstGeom>
          <a:ln w="22860">
            <a:solidFill>
              <a:srgbClr val="8C7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Business Cost Analysis by Slidesgo">
  <a:themeElements>
    <a:clrScheme name="Simple Light">
      <a:dk1>
        <a:srgbClr val="261E17"/>
      </a:dk1>
      <a:lt1>
        <a:srgbClr val="F2EDE4"/>
      </a:lt1>
      <a:dk2>
        <a:srgbClr val="BFAD8A"/>
      </a:dk2>
      <a:lt2>
        <a:srgbClr val="8C7B23"/>
      </a:lt2>
      <a:accent1>
        <a:srgbClr val="15400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249</Words>
  <Application>Microsoft Office PowerPoint</Application>
  <PresentationFormat>On-screen Show (16:9)</PresentationFormat>
  <Paragraphs>51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Inter</vt:lpstr>
      <vt:lpstr>Manrope Medium</vt:lpstr>
      <vt:lpstr>OpenSymbol</vt:lpstr>
      <vt:lpstr>Symbol</vt:lpstr>
      <vt:lpstr>Wingdings</vt:lpstr>
      <vt:lpstr>Business Cost Analysis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Owner</dc:creator>
  <cp:lastModifiedBy>B M</cp:lastModifiedBy>
  <cp:revision>3</cp:revision>
  <dcterms:modified xsi:type="dcterms:W3CDTF">2026-10-04T00:13:57Z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2026-09-30T23:51:53Z</dcterms:created>
  <dc:creator>Slidesgo AI</dc:creator>
  <dc:description/>
  <dc:language>en-US</dc:language>
  <cp:lastModifiedBy>Unknown Creator</cp:lastModifiedBy>
  <dcterms:modified xsi:type="dcterms:W3CDTF">2026-09-30T23:51:53Z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a2df98f1-b52a-4d03-a4a0-05ee654bdaa0</vt:lpwstr>
  </property>
</Properties>
</file>